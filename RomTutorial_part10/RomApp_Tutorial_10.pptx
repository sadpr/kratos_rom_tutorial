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aleway"/>
      <p:regular r:id="rId19"/>
      <p:bold r:id="rId20"/>
      <p:italic r:id="rId21"/>
      <p:boldItalic r:id="rId22"/>
    </p:embeddedFont>
    <p:embeddedFont>
      <p:font typeface="Lato"/>
      <p:regular r:id="rId23"/>
      <p:bold r:id="rId24"/>
      <p:italic r:id="rId25"/>
      <p:boldItalic r:id="rId26"/>
    </p:embeddedFont>
    <p:embeddedFont>
      <p:font typeface="Helvetica Neu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1" roundtripDataSignature="AMtx7mh8Sqe7X/au9PKtbjuktD8pkCy6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HelveticaNeue-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784" y="4343396"/>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1:notes"/>
          <p:cNvSpPr/>
          <p:nvPr>
            <p:ph idx="2" type="sldImg"/>
          </p:nvPr>
        </p:nvSpPr>
        <p:spPr>
          <a:xfrm>
            <a:off x="1143208" y="685791"/>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ed1619b06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2ed1619b06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g2ed1619b06e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ed1619b06e_1_5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2ed1619b06e_1_5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g2ed1619b06e_1_5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deceed005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g2edeceed005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2edeceed005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e5135832c_0_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2ee5135832c_0_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2ee5135832c_0_1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ee5135832c_0_4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2ee5135832c_0_4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g2ee5135832c_0_4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ee5135832c_0_4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2ee5135832c_0_4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2ee5135832c_0_4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ee5135832c_0_5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2ee5135832c_0_5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g2ee5135832c_0_5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ee5135832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g2ee5135832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2ee5135832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ee5135832c_0_5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2ee5135832c_0_5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g2ee5135832c_0_5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ee5135832c_0_6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g2ee5135832c_0_6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g2ee5135832c_0_6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ee5135832c_0_7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g2ee5135832c_0_7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0" name="Google Shape;510;g2ee5135832c_0_7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3.jpg"/><Relationship Id="rId4" Type="http://schemas.openxmlformats.org/officeDocument/2006/relationships/image" Target="../media/image4.jpg"/><Relationship Id="rId11" Type="http://schemas.openxmlformats.org/officeDocument/2006/relationships/hyperlink" Target="about:blank" TargetMode="External"/><Relationship Id="rId10" Type="http://schemas.openxmlformats.org/officeDocument/2006/relationships/image" Target="../media/image12.png"/><Relationship Id="rId9" Type="http://schemas.openxmlformats.org/officeDocument/2006/relationships/hyperlink" Target="http://www.linkedin.com/company/eflows4hpc" TargetMode="External"/><Relationship Id="rId5" Type="http://schemas.openxmlformats.org/officeDocument/2006/relationships/image" Target="../media/image10.png"/><Relationship Id="rId6" Type="http://schemas.openxmlformats.org/officeDocument/2006/relationships/hyperlink" Target="http://www.eflows4hpc.eu/" TargetMode="External"/><Relationship Id="rId7" Type="http://schemas.openxmlformats.org/officeDocument/2006/relationships/hyperlink" Target="https://twitter.com/eFlows4HPC" TargetMode="External"/><Relationship Id="rId8"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1">
  <p:cSld name="slide1">
    <p:spTree>
      <p:nvGrpSpPr>
        <p:cNvPr id="15" name="Shape 15"/>
        <p:cNvGrpSpPr/>
        <p:nvPr/>
      </p:nvGrpSpPr>
      <p:grpSpPr>
        <a:xfrm>
          <a:off x="0" y="0"/>
          <a:ext cx="0" cy="0"/>
          <a:chOff x="0" y="0"/>
          <a:chExt cx="0" cy="0"/>
        </a:xfrm>
      </p:grpSpPr>
      <p:sp>
        <p:nvSpPr>
          <p:cNvPr id="16" name="Google Shape;16;p55"/>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a:bodyPr>
          <a:lstStyle>
            <a:lvl1pPr lvl="0" marR="0" algn="l">
              <a:lnSpc>
                <a:spcPct val="90000"/>
              </a:lnSpc>
              <a:spcBef>
                <a:spcPts val="0"/>
              </a:spcBef>
              <a:spcAft>
                <a:spcPts val="0"/>
              </a:spcAft>
              <a:buClr>
                <a:schemeClr val="accent1"/>
              </a:buClr>
              <a:buSzPts val="2400"/>
              <a:buFont typeface="Calibri"/>
              <a:buNone/>
              <a:defRPr b="0" i="0" sz="2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17" name="Google Shape;17;p55"/>
          <p:cNvSpPr txBox="1"/>
          <p:nvPr>
            <p:ph idx="1" type="body"/>
          </p:nvPr>
        </p:nvSpPr>
        <p:spPr>
          <a:xfrm>
            <a:off x="449579" y="1031288"/>
            <a:ext cx="8278800" cy="3423300"/>
          </a:xfrm>
          <a:prstGeom prst="rect">
            <a:avLst/>
          </a:prstGeom>
          <a:noFill/>
          <a:ln>
            <a:noFill/>
          </a:ln>
        </p:spPr>
        <p:txBody>
          <a:bodyPr anchorCtr="0" anchor="t" bIns="45700" lIns="91425" spcFirstLastPara="1" rIns="91425" wrap="square" tIns="45700">
            <a:normAutofit/>
          </a:bodyPr>
          <a:lstStyle>
            <a:lvl1pPr indent="-355600" lvl="0" marL="457200" marR="0" algn="l">
              <a:lnSpc>
                <a:spcPct val="90000"/>
              </a:lnSpc>
              <a:spcBef>
                <a:spcPts val="75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1pPr>
            <a:lvl2pPr indent="-355600" lvl="1" marL="914400" marR="0" algn="l">
              <a:lnSpc>
                <a:spcPct val="90000"/>
              </a:lnSpc>
              <a:spcBef>
                <a:spcPts val="1200"/>
              </a:spcBef>
              <a:spcAft>
                <a:spcPts val="0"/>
              </a:spcAft>
              <a:buClr>
                <a:schemeClr val="accent1"/>
              </a:buClr>
              <a:buSzPts val="2000"/>
              <a:buFont typeface="Arial"/>
              <a:buChar char="•"/>
              <a:defRPr b="0" i="0" sz="2000" u="none" cap="none" strike="noStrike">
                <a:solidFill>
                  <a:srgbClr val="595959"/>
                </a:solidFill>
                <a:latin typeface="Calibri"/>
                <a:ea typeface="Calibri"/>
                <a:cs typeface="Calibri"/>
                <a:sym typeface="Calibri"/>
              </a:defRPr>
            </a:lvl2pPr>
            <a:lvl3pPr indent="-342900" lvl="2" marL="1371600" marR="0" algn="l">
              <a:lnSpc>
                <a:spcPct val="90000"/>
              </a:lnSpc>
              <a:spcBef>
                <a:spcPts val="1200"/>
              </a:spcBef>
              <a:spcAft>
                <a:spcPts val="0"/>
              </a:spcAft>
              <a:buClr>
                <a:schemeClr val="accent1"/>
              </a:buClr>
              <a:buSzPts val="1800"/>
              <a:buFont typeface="Arial"/>
              <a:buChar char="•"/>
              <a:defRPr b="0" i="0" sz="1800" u="none" cap="none" strike="noStrike">
                <a:solidFill>
                  <a:srgbClr val="595959"/>
                </a:solidFill>
                <a:latin typeface="Calibri"/>
                <a:ea typeface="Calibri"/>
                <a:cs typeface="Calibri"/>
                <a:sym typeface="Calibri"/>
              </a:defRPr>
            </a:lvl3pPr>
            <a:lvl4pPr indent="-323850" lvl="3" marL="1828800" marR="0" algn="l">
              <a:lnSpc>
                <a:spcPct val="90000"/>
              </a:lnSpc>
              <a:spcBef>
                <a:spcPts val="1200"/>
              </a:spcBef>
              <a:spcAft>
                <a:spcPts val="0"/>
              </a:spcAft>
              <a:buClr>
                <a:srgbClr val="37A5AE"/>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4pPr>
            <a:lvl5pPr indent="-323850" lvl="4" marL="2286000" marR="0" algn="l">
              <a:lnSpc>
                <a:spcPct val="90000"/>
              </a:lnSpc>
              <a:spcBef>
                <a:spcPts val="1200"/>
              </a:spcBef>
              <a:spcAft>
                <a:spcPts val="0"/>
              </a:spcAft>
              <a:buClr>
                <a:srgbClr val="3F6BA3"/>
              </a:buClr>
              <a:buSzPts val="1500"/>
              <a:buFont typeface="Noto Sans Symbols"/>
              <a:buChar char="✔"/>
              <a:defRPr b="0" i="0" sz="1500" u="none" cap="none" strike="noStrike">
                <a:solidFill>
                  <a:schemeClr val="dk1"/>
                </a:solidFill>
                <a:latin typeface="Helvetica Neue"/>
                <a:ea typeface="Helvetica Neue"/>
                <a:cs typeface="Helvetica Neue"/>
                <a:sym typeface="Helvetica Neue"/>
              </a:defRPr>
            </a:lvl5pPr>
            <a:lvl6pPr indent="-314325" lvl="5" marL="27432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algn="l">
              <a:lnSpc>
                <a:spcPct val="90000"/>
              </a:lnSpc>
              <a:spcBef>
                <a:spcPts val="1200"/>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algn="l">
              <a:lnSpc>
                <a:spcPct val="90000"/>
              </a:lnSpc>
              <a:spcBef>
                <a:spcPts val="1200"/>
              </a:spcBef>
              <a:spcAft>
                <a:spcPts val="120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8" name="Shape 18"/>
        <p:cNvGrpSpPr/>
        <p:nvPr/>
      </p:nvGrpSpPr>
      <p:grpSpPr>
        <a:xfrm>
          <a:off x="0" y="0"/>
          <a:ext cx="0" cy="0"/>
          <a:chOff x="0" y="0"/>
          <a:chExt cx="0" cy="0"/>
        </a:xfrm>
      </p:grpSpPr>
      <p:sp>
        <p:nvSpPr>
          <p:cNvPr id="19" name="Google Shape;19;p5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 name="Google Shape;20;p56"/>
          <p:cNvGrpSpPr/>
          <p:nvPr/>
        </p:nvGrpSpPr>
        <p:grpSpPr>
          <a:xfrm>
            <a:off x="830392" y="1191256"/>
            <a:ext cx="745763" cy="45826"/>
            <a:chOff x="4580561" y="2589004"/>
            <a:chExt cx="1064464" cy="25200"/>
          </a:xfrm>
        </p:grpSpPr>
        <p:sp>
          <p:nvSpPr>
            <p:cNvPr id="21" name="Google Shape;21;p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5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24" name="Google Shape;24;p5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25" name="Google Shape;25;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6" name="Shape 26"/>
        <p:cNvGrpSpPr/>
        <p:nvPr/>
      </p:nvGrpSpPr>
      <p:grpSpPr>
        <a:xfrm>
          <a:off x="0" y="0"/>
          <a:ext cx="0" cy="0"/>
          <a:chOff x="0" y="0"/>
          <a:chExt cx="0" cy="0"/>
        </a:xfrm>
      </p:grpSpPr>
      <p:grpSp>
        <p:nvGrpSpPr>
          <p:cNvPr id="27" name="Google Shape;27;p57"/>
          <p:cNvGrpSpPr/>
          <p:nvPr/>
        </p:nvGrpSpPr>
        <p:grpSpPr>
          <a:xfrm>
            <a:off x="830392" y="1191256"/>
            <a:ext cx="745763" cy="45826"/>
            <a:chOff x="4580561" y="2589004"/>
            <a:chExt cx="1064464" cy="25200"/>
          </a:xfrm>
        </p:grpSpPr>
        <p:sp>
          <p:nvSpPr>
            <p:cNvPr id="28" name="Google Shape;28;p5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57"/>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1" name="Google Shape;31;p5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 name="Google Shape;34;p58"/>
          <p:cNvGrpSpPr/>
          <p:nvPr/>
        </p:nvGrpSpPr>
        <p:grpSpPr>
          <a:xfrm>
            <a:off x="830392" y="1191256"/>
            <a:ext cx="745763" cy="45826"/>
            <a:chOff x="4580561" y="2589004"/>
            <a:chExt cx="1064464" cy="25200"/>
          </a:xfrm>
        </p:grpSpPr>
        <p:sp>
          <p:nvSpPr>
            <p:cNvPr id="35" name="Google Shape;35;p5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5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8" name="Google Shape;38;p5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5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9"/>
          <p:cNvGrpSpPr/>
          <p:nvPr/>
        </p:nvGrpSpPr>
        <p:grpSpPr>
          <a:xfrm>
            <a:off x="830392" y="1191256"/>
            <a:ext cx="745763" cy="45826"/>
            <a:chOff x="4580561" y="2589004"/>
            <a:chExt cx="1064464" cy="25200"/>
          </a:xfrm>
        </p:grpSpPr>
        <p:sp>
          <p:nvSpPr>
            <p:cNvPr id="43" name="Google Shape;43;p5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5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8" name="Google Shape;48;p5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 name="Google Shape;51;p60"/>
          <p:cNvGrpSpPr/>
          <p:nvPr/>
        </p:nvGrpSpPr>
        <p:grpSpPr>
          <a:xfrm>
            <a:off x="830392" y="1191256"/>
            <a:ext cx="745763" cy="45826"/>
            <a:chOff x="4580561" y="2589004"/>
            <a:chExt cx="1064464" cy="25200"/>
          </a:xfrm>
        </p:grpSpPr>
        <p:sp>
          <p:nvSpPr>
            <p:cNvPr id="52" name="Google Shape;52;p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6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5" name="Google Shape;55;p6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6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 name="Google Shape;58;p61"/>
          <p:cNvGrpSpPr/>
          <p:nvPr/>
        </p:nvGrpSpPr>
        <p:grpSpPr>
          <a:xfrm>
            <a:off x="830392" y="1191256"/>
            <a:ext cx="745763" cy="45826"/>
            <a:chOff x="4580561" y="2589004"/>
            <a:chExt cx="1064464" cy="25200"/>
          </a:xfrm>
        </p:grpSpPr>
        <p:sp>
          <p:nvSpPr>
            <p:cNvPr id="59" name="Google Shape;59;p6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 name="Google Shape;61;p6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2" name="Google Shape;62;p6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64" name="Shape 64"/>
        <p:cNvGrpSpPr/>
        <p:nvPr/>
      </p:nvGrpSpPr>
      <p:grpSpPr>
        <a:xfrm>
          <a:off x="0" y="0"/>
          <a:ext cx="0" cy="0"/>
          <a:chOff x="0" y="0"/>
          <a:chExt cx="0" cy="0"/>
        </a:xfrm>
      </p:grpSpPr>
      <p:grpSp>
        <p:nvGrpSpPr>
          <p:cNvPr id="65" name="Google Shape;65;p62"/>
          <p:cNvGrpSpPr/>
          <p:nvPr/>
        </p:nvGrpSpPr>
        <p:grpSpPr>
          <a:xfrm>
            <a:off x="830392" y="4169130"/>
            <a:ext cx="745763" cy="45826"/>
            <a:chOff x="4580561" y="2589004"/>
            <a:chExt cx="1064464" cy="25200"/>
          </a:xfrm>
        </p:grpSpPr>
        <p:sp>
          <p:nvSpPr>
            <p:cNvPr id="66" name="Google Shape;66;p6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6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9" name="Google Shape;69;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6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2" name="Google Shape;72;p63"/>
          <p:cNvGrpSpPr/>
          <p:nvPr/>
        </p:nvGrpSpPr>
        <p:grpSpPr>
          <a:xfrm>
            <a:off x="830392" y="1191256"/>
            <a:ext cx="745763" cy="45826"/>
            <a:chOff x="4580561" y="2589004"/>
            <a:chExt cx="1064464" cy="25200"/>
          </a:xfrm>
        </p:grpSpPr>
        <p:sp>
          <p:nvSpPr>
            <p:cNvPr id="73" name="Google Shape;73;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5" name="Google Shape;75;p6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76" name="Google Shape;76;p6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7" name="Google Shape;77;p6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8" name="Google Shape;78;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6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81" name="Google Shape;81;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82" name="Shape 82"/>
        <p:cNvGrpSpPr/>
        <p:nvPr/>
      </p:nvGrpSpPr>
      <p:grpSpPr>
        <a:xfrm>
          <a:off x="0" y="0"/>
          <a:ext cx="0" cy="0"/>
          <a:chOff x="0" y="0"/>
          <a:chExt cx="0" cy="0"/>
        </a:xfrm>
      </p:grpSpPr>
      <p:grpSp>
        <p:nvGrpSpPr>
          <p:cNvPr id="83" name="Google Shape;83;p65"/>
          <p:cNvGrpSpPr/>
          <p:nvPr/>
        </p:nvGrpSpPr>
        <p:grpSpPr>
          <a:xfrm>
            <a:off x="830392" y="4169130"/>
            <a:ext cx="745763" cy="45826"/>
            <a:chOff x="4580561" y="2589004"/>
            <a:chExt cx="1064464" cy="25200"/>
          </a:xfrm>
        </p:grpSpPr>
        <p:sp>
          <p:nvSpPr>
            <p:cNvPr id="84" name="Google Shape;84;p6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6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6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7" name="Google Shape;87;p6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8" name="Google Shape;88;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thanks">
  <p:cSld name="slide thanks">
    <p:spTree>
      <p:nvGrpSpPr>
        <p:cNvPr id="89" name="Shape 89"/>
        <p:cNvGrpSpPr/>
        <p:nvPr/>
      </p:nvGrpSpPr>
      <p:grpSpPr>
        <a:xfrm>
          <a:off x="0" y="0"/>
          <a:ext cx="0" cy="0"/>
          <a:chOff x="0" y="0"/>
          <a:chExt cx="0" cy="0"/>
        </a:xfrm>
      </p:grpSpPr>
      <p:sp>
        <p:nvSpPr>
          <p:cNvPr id="90" name="Google Shape;90;p66"/>
          <p:cNvSpPr txBox="1"/>
          <p:nvPr>
            <p:ph type="ctrTitle"/>
          </p:nvPr>
        </p:nvSpPr>
        <p:spPr>
          <a:xfrm>
            <a:off x="0" y="944471"/>
            <a:ext cx="9144000" cy="947400"/>
          </a:xfrm>
          <a:prstGeom prst="rect">
            <a:avLst/>
          </a:prstGeom>
          <a:noFill/>
          <a:ln>
            <a:noFill/>
          </a:ln>
        </p:spPr>
        <p:txBody>
          <a:bodyPr anchorCtr="0" anchor="b" bIns="45700" lIns="91425" spcFirstLastPara="1" rIns="91425" wrap="square" tIns="45700">
            <a:normAutofit/>
          </a:bodyPr>
          <a:lstStyle>
            <a:lvl1pPr lvl="0" marR="0" algn="ctr">
              <a:lnSpc>
                <a:spcPct val="90000"/>
              </a:lnSpc>
              <a:spcBef>
                <a:spcPts val="0"/>
              </a:spcBef>
              <a:spcAft>
                <a:spcPts val="0"/>
              </a:spcAft>
              <a:buClr>
                <a:schemeClr val="accent1"/>
              </a:buClr>
              <a:buSzPts val="5400"/>
              <a:buFont typeface="Calibri"/>
              <a:buNone/>
              <a:defRPr b="0" i="0" sz="5400" u="none" cap="none" strike="noStrike">
                <a:solidFill>
                  <a:schemeClr val="accent1"/>
                </a:solidFill>
                <a:latin typeface="Calibri"/>
                <a:ea typeface="Calibri"/>
                <a:cs typeface="Calibri"/>
                <a:sym typeface="Calibri"/>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pic>
        <p:nvPicPr>
          <p:cNvPr id="91" name="Google Shape;91;p66"/>
          <p:cNvPicPr preferRelativeResize="0"/>
          <p:nvPr/>
        </p:nvPicPr>
        <p:blipFill rotWithShape="1">
          <a:blip r:embed="rId2">
            <a:alphaModFix/>
          </a:blip>
          <a:srcRect b="20534" l="0" r="2684" t="12047"/>
          <a:stretch/>
        </p:blipFill>
        <p:spPr>
          <a:xfrm>
            <a:off x="2743128" y="2081209"/>
            <a:ext cx="3714235" cy="1313305"/>
          </a:xfrm>
          <a:prstGeom prst="rect">
            <a:avLst/>
          </a:prstGeom>
          <a:noFill/>
          <a:ln>
            <a:noFill/>
          </a:ln>
        </p:spPr>
      </p:pic>
      <p:pic>
        <p:nvPicPr>
          <p:cNvPr id="92" name="Google Shape;92;p66"/>
          <p:cNvPicPr preferRelativeResize="0"/>
          <p:nvPr/>
        </p:nvPicPr>
        <p:blipFill rotWithShape="1">
          <a:blip r:embed="rId3">
            <a:alphaModFix/>
          </a:blip>
          <a:srcRect b="49684" l="4954" r="6258" t="41889"/>
          <a:stretch/>
        </p:blipFill>
        <p:spPr>
          <a:xfrm>
            <a:off x="-2" y="-1"/>
            <a:ext cx="9144003" cy="356261"/>
          </a:xfrm>
          <a:prstGeom prst="rect">
            <a:avLst/>
          </a:prstGeom>
          <a:noFill/>
          <a:ln>
            <a:noFill/>
          </a:ln>
        </p:spPr>
      </p:pic>
      <p:pic>
        <p:nvPicPr>
          <p:cNvPr id="93" name="Google Shape;93;p66"/>
          <p:cNvPicPr preferRelativeResize="0"/>
          <p:nvPr/>
        </p:nvPicPr>
        <p:blipFill rotWithShape="1">
          <a:blip r:embed="rId4">
            <a:alphaModFix/>
          </a:blip>
          <a:srcRect b="52681" l="2873" r="4448" t="809"/>
          <a:stretch/>
        </p:blipFill>
        <p:spPr>
          <a:xfrm rot="10800000">
            <a:off x="1" y="3690849"/>
            <a:ext cx="9143998" cy="1458452"/>
          </a:xfrm>
          <a:prstGeom prst="rect">
            <a:avLst/>
          </a:prstGeom>
          <a:noFill/>
          <a:ln>
            <a:noFill/>
          </a:ln>
        </p:spPr>
      </p:pic>
      <p:pic>
        <p:nvPicPr>
          <p:cNvPr id="94" name="Google Shape;94;p66"/>
          <p:cNvPicPr preferRelativeResize="0"/>
          <p:nvPr/>
        </p:nvPicPr>
        <p:blipFill rotWithShape="1">
          <a:blip r:embed="rId5">
            <a:alphaModFix/>
          </a:blip>
          <a:srcRect b="0" l="0" r="0" t="0"/>
          <a:stretch/>
        </p:blipFill>
        <p:spPr>
          <a:xfrm>
            <a:off x="1406615" y="4688228"/>
            <a:ext cx="364155" cy="242768"/>
          </a:xfrm>
          <a:prstGeom prst="rect">
            <a:avLst/>
          </a:prstGeom>
          <a:noFill/>
          <a:ln>
            <a:noFill/>
          </a:ln>
        </p:spPr>
      </p:pic>
      <p:sp>
        <p:nvSpPr>
          <p:cNvPr id="95" name="Google Shape;95;p66"/>
          <p:cNvSpPr/>
          <p:nvPr/>
        </p:nvSpPr>
        <p:spPr>
          <a:xfrm>
            <a:off x="1783085" y="4663951"/>
            <a:ext cx="664110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700"/>
              <a:buFont typeface="Arial"/>
              <a:buNone/>
            </a:pPr>
            <a:r>
              <a:rPr b="0" i="0" lang="en-GB" sz="700" u="none" cap="none" strike="noStrike">
                <a:solidFill>
                  <a:schemeClr val="dk1"/>
                </a:solidFill>
                <a:latin typeface="Calibri"/>
                <a:ea typeface="Calibri"/>
                <a:cs typeface="Calibri"/>
                <a:sym typeface="Calibri"/>
              </a:rPr>
              <a:t>This project has received funding from the European High-Performance Computing Joint Undertaking (JU) under grant agreement No 955558. The JU receives support from the European Union’s Horizon 2020 research and innovation programme and Spain, Germany, France, Italy, Poland, Switzerland, Norway.  </a:t>
            </a:r>
            <a:endParaRPr b="0" i="0" sz="1400" u="none" cap="none" strike="noStrike">
              <a:solidFill>
                <a:srgbClr val="000000"/>
              </a:solidFill>
              <a:latin typeface="Arial"/>
              <a:ea typeface="Arial"/>
              <a:cs typeface="Arial"/>
              <a:sym typeface="Arial"/>
            </a:endParaRPr>
          </a:p>
        </p:txBody>
      </p:sp>
      <p:sp>
        <p:nvSpPr>
          <p:cNvPr id="96" name="Google Shape;96;p66"/>
          <p:cNvSpPr/>
          <p:nvPr/>
        </p:nvSpPr>
        <p:spPr>
          <a:xfrm>
            <a:off x="3797509" y="3824075"/>
            <a:ext cx="1712400" cy="3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GB" sz="1350" u="sng" cap="none" strike="noStrike">
                <a:solidFill>
                  <a:schemeClr val="hlink"/>
                </a:solidFill>
                <a:latin typeface="Calibri"/>
                <a:ea typeface="Calibri"/>
                <a:cs typeface="Calibri"/>
                <a:sym typeface="Calibri"/>
                <a:hlinkClick r:id="rId6"/>
              </a:rPr>
              <a:t>www.eFlows4HPC.eu</a:t>
            </a:r>
            <a:endParaRPr b="1" i="0" sz="1350" u="none" cap="none" strike="noStrike">
              <a:solidFill>
                <a:srgbClr val="7F7F7F"/>
              </a:solidFill>
              <a:latin typeface="Calibri"/>
              <a:ea typeface="Calibri"/>
              <a:cs typeface="Calibri"/>
              <a:sym typeface="Calibri"/>
            </a:endParaRPr>
          </a:p>
        </p:txBody>
      </p:sp>
      <p:pic>
        <p:nvPicPr>
          <p:cNvPr id="97" name="Google Shape;97;p66">
            <a:hlinkClick r:id="rId7"/>
          </p:cNvPr>
          <p:cNvPicPr preferRelativeResize="0"/>
          <p:nvPr/>
        </p:nvPicPr>
        <p:blipFill rotWithShape="1">
          <a:blip r:embed="rId8">
            <a:alphaModFix/>
          </a:blip>
          <a:srcRect b="0" l="0" r="0" t="0"/>
          <a:stretch/>
        </p:blipFill>
        <p:spPr>
          <a:xfrm>
            <a:off x="3278293" y="4266438"/>
            <a:ext cx="256790" cy="256790"/>
          </a:xfrm>
          <a:prstGeom prst="rect">
            <a:avLst/>
          </a:prstGeom>
          <a:noFill/>
          <a:ln>
            <a:noFill/>
          </a:ln>
        </p:spPr>
      </p:pic>
      <p:pic>
        <p:nvPicPr>
          <p:cNvPr id="98" name="Google Shape;98;p66">
            <a:hlinkClick r:id="rId9"/>
          </p:cNvPr>
          <p:cNvPicPr preferRelativeResize="0"/>
          <p:nvPr/>
        </p:nvPicPr>
        <p:blipFill rotWithShape="1">
          <a:blip r:embed="rId10">
            <a:alphaModFix/>
          </a:blip>
          <a:srcRect b="0" l="0" r="0" t="0"/>
          <a:stretch/>
        </p:blipFill>
        <p:spPr>
          <a:xfrm>
            <a:off x="4669593" y="4264000"/>
            <a:ext cx="256790" cy="256790"/>
          </a:xfrm>
          <a:prstGeom prst="rect">
            <a:avLst/>
          </a:prstGeom>
          <a:noFill/>
          <a:ln>
            <a:noFill/>
          </a:ln>
        </p:spPr>
      </p:pic>
      <p:sp>
        <p:nvSpPr>
          <p:cNvPr id="99" name="Google Shape;99;p66"/>
          <p:cNvSpPr txBox="1"/>
          <p:nvPr/>
        </p:nvSpPr>
        <p:spPr>
          <a:xfrm>
            <a:off x="2416477" y="5579369"/>
            <a:ext cx="187500" cy="300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0" i="0" lang="en-GB" sz="1350" u="sng" cap="none" strike="noStrike">
                <a:solidFill>
                  <a:schemeClr val="hlink"/>
                </a:solidFill>
                <a:latin typeface="Calibri"/>
                <a:ea typeface="Calibri"/>
                <a:cs typeface="Calibri"/>
                <a:sym typeface="Calibri"/>
                <a:hlinkClick r:id="rId11"/>
              </a:rPr>
              <a:t>.</a:t>
            </a:r>
            <a:endParaRPr b="0" i="0" sz="1350" u="none" cap="none" strike="noStrike">
              <a:solidFill>
                <a:srgbClr val="595959"/>
              </a:solidFill>
              <a:latin typeface="Calibri"/>
              <a:ea typeface="Calibri"/>
              <a:cs typeface="Calibri"/>
              <a:sym typeface="Calibri"/>
            </a:endParaRPr>
          </a:p>
        </p:txBody>
      </p:sp>
      <p:sp>
        <p:nvSpPr>
          <p:cNvPr id="100" name="Google Shape;100;p66"/>
          <p:cNvSpPr txBox="1"/>
          <p:nvPr/>
        </p:nvSpPr>
        <p:spPr>
          <a:xfrm>
            <a:off x="3488696" y="4264000"/>
            <a:ext cx="24618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a:t>
            </a:r>
            <a:endParaRPr b="0" i="0" sz="1400" u="none" cap="none" strike="noStrike">
              <a:solidFill>
                <a:srgbClr val="000000"/>
              </a:solidFill>
              <a:latin typeface="Arial"/>
              <a:ea typeface="Arial"/>
              <a:cs typeface="Arial"/>
              <a:sym typeface="Arial"/>
            </a:endParaRPr>
          </a:p>
        </p:txBody>
      </p:sp>
      <p:sp>
        <p:nvSpPr>
          <p:cNvPr id="101" name="Google Shape;101;p66"/>
          <p:cNvSpPr txBox="1"/>
          <p:nvPr/>
        </p:nvSpPr>
        <p:spPr>
          <a:xfrm>
            <a:off x="4875527" y="4262795"/>
            <a:ext cx="29592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GB" sz="1100" u="none" cap="none" strike="noStrike">
                <a:solidFill>
                  <a:schemeClr val="dk1"/>
                </a:solidFill>
                <a:latin typeface="Calibri"/>
                <a:ea typeface="Calibri"/>
                <a:cs typeface="Calibri"/>
                <a:sym typeface="Calibri"/>
              </a:rPr>
              <a:t>eFlows4HPC Project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2" name="Shape 102"/>
        <p:cNvGrpSpPr/>
        <p:nvPr/>
      </p:nvGrpSpPr>
      <p:grpSpPr>
        <a:xfrm>
          <a:off x="0" y="0"/>
          <a:ext cx="0" cy="0"/>
          <a:chOff x="0" y="0"/>
          <a:chExt cx="0" cy="0"/>
        </a:xfrm>
      </p:grpSpPr>
      <p:sp>
        <p:nvSpPr>
          <p:cNvPr id="103" name="Google Shape;103;p67"/>
          <p:cNvSpPr txBox="1"/>
          <p:nvPr>
            <p:ph type="title"/>
          </p:nvPr>
        </p:nvSpPr>
        <p:spPr>
          <a:xfrm>
            <a:off x="566303" y="105981"/>
            <a:ext cx="7886700" cy="373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900"/>
              <a:buNone/>
              <a:defRPr sz="29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7"/>
          <p:cNvSpPr txBox="1"/>
          <p:nvPr>
            <p:ph idx="11" type="ftr"/>
          </p:nvPr>
        </p:nvSpPr>
        <p:spPr>
          <a:xfrm>
            <a:off x="3334443" y="4736089"/>
            <a:ext cx="40950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5" name="Google Shape;105;p67"/>
          <p:cNvSpPr txBox="1"/>
          <p:nvPr>
            <p:ph idx="12" type="sldNum"/>
          </p:nvPr>
        </p:nvSpPr>
        <p:spPr>
          <a:xfrm>
            <a:off x="6457950" y="4736089"/>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11" name="Google Shape;11;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12" name="Google Shape;12;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24.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7.png"/></Relationships>
</file>

<file path=ppt/slides/_rels/slide8.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24.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7.png"/></Relationships>
</file>

<file path=ppt/slides/_rels/slide9.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24.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24.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7.png"/></Relationships>
</file>

<file path=ppt/slides/_rels/slide12.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24.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19.png"/><Relationship Id="rId8"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
          <p:cNvSpPr/>
          <p:nvPr/>
        </p:nvSpPr>
        <p:spPr>
          <a:xfrm>
            <a:off x="4415400" y="5047920"/>
            <a:ext cx="184200" cy="3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215250" y="2303565"/>
            <a:ext cx="8713500" cy="906000"/>
          </a:xfrm>
          <a:prstGeom prst="rect">
            <a:avLst/>
          </a:prstGeom>
          <a:noFill/>
          <a:ln>
            <a:noFill/>
          </a:ln>
        </p:spPr>
        <p:txBody>
          <a:bodyPr anchorCtr="0" anchor="b" bIns="45000" lIns="90000" spcFirstLastPara="1" rIns="90000" wrap="square" tIns="45000">
            <a:normAutofit/>
          </a:bodyPr>
          <a:lstStyle/>
          <a:p>
            <a:pPr indent="0" lvl="0" marL="0" marR="0" rtl="0" algn="ctr">
              <a:lnSpc>
                <a:spcPct val="100000"/>
              </a:lnSpc>
              <a:spcBef>
                <a:spcPts val="0"/>
              </a:spcBef>
              <a:spcAft>
                <a:spcPts val="0"/>
              </a:spcAft>
              <a:buClr>
                <a:srgbClr val="000000"/>
              </a:buClr>
              <a:buSzPts val="3600"/>
              <a:buFont typeface="Arial"/>
              <a:buNone/>
            </a:pPr>
            <a:r>
              <a:rPr b="1" i="0" lang="en-GB" sz="3600" u="none" cap="none" strike="noStrike">
                <a:solidFill>
                  <a:srgbClr val="4472C4"/>
                </a:solidFill>
                <a:latin typeface="Calibri"/>
                <a:ea typeface="Calibri"/>
                <a:cs typeface="Calibri"/>
                <a:sym typeface="Calibri"/>
              </a:rPr>
              <a:t>RomApplication Tutorial</a:t>
            </a:r>
            <a:endParaRPr b="1" i="0" sz="3600" u="none" cap="none" strike="noStrike">
              <a:solidFill>
                <a:srgbClr val="000000"/>
              </a:solidFill>
              <a:latin typeface="Calibri"/>
              <a:ea typeface="Calibri"/>
              <a:cs typeface="Calibri"/>
              <a:sym typeface="Calibri"/>
            </a:endParaRPr>
          </a:p>
        </p:txBody>
      </p:sp>
      <p:pic>
        <p:nvPicPr>
          <p:cNvPr id="112" name="Google Shape;112;p1"/>
          <p:cNvPicPr preferRelativeResize="0"/>
          <p:nvPr/>
        </p:nvPicPr>
        <p:blipFill rotWithShape="1">
          <a:blip r:embed="rId3">
            <a:alphaModFix/>
          </a:blip>
          <a:srcRect b="0" l="0" r="0" t="0"/>
          <a:stretch/>
        </p:blipFill>
        <p:spPr>
          <a:xfrm>
            <a:off x="3408088" y="582050"/>
            <a:ext cx="2327523" cy="523225"/>
          </a:xfrm>
          <a:prstGeom prst="rect">
            <a:avLst/>
          </a:prstGeom>
          <a:noFill/>
          <a:ln>
            <a:noFill/>
          </a:ln>
        </p:spPr>
      </p:pic>
      <p:pic>
        <p:nvPicPr>
          <p:cNvPr id="113" name="Google Shape;113;p1"/>
          <p:cNvPicPr preferRelativeResize="0"/>
          <p:nvPr/>
        </p:nvPicPr>
        <p:blipFill rotWithShape="1">
          <a:blip r:embed="rId4">
            <a:alphaModFix/>
          </a:blip>
          <a:srcRect b="0" l="0" r="0" t="0"/>
          <a:stretch/>
        </p:blipFill>
        <p:spPr>
          <a:xfrm>
            <a:off x="754800" y="478525"/>
            <a:ext cx="1433896" cy="300000"/>
          </a:xfrm>
          <a:prstGeom prst="rect">
            <a:avLst/>
          </a:prstGeom>
          <a:noFill/>
          <a:ln>
            <a:noFill/>
          </a:ln>
        </p:spPr>
      </p:pic>
      <p:pic>
        <p:nvPicPr>
          <p:cNvPr id="114" name="Google Shape;114;p1"/>
          <p:cNvPicPr preferRelativeResize="0"/>
          <p:nvPr/>
        </p:nvPicPr>
        <p:blipFill rotWithShape="1">
          <a:blip r:embed="rId5">
            <a:alphaModFix/>
          </a:blip>
          <a:srcRect b="0" l="0" r="0" t="0"/>
          <a:stretch/>
        </p:blipFill>
        <p:spPr>
          <a:xfrm>
            <a:off x="946650" y="843100"/>
            <a:ext cx="853900" cy="346025"/>
          </a:xfrm>
          <a:prstGeom prst="rect">
            <a:avLst/>
          </a:prstGeom>
          <a:noFill/>
          <a:ln>
            <a:noFill/>
          </a:ln>
        </p:spPr>
      </p:pic>
      <p:pic>
        <p:nvPicPr>
          <p:cNvPr id="115" name="Google Shape;115;p1"/>
          <p:cNvPicPr preferRelativeResize="0"/>
          <p:nvPr/>
        </p:nvPicPr>
        <p:blipFill rotWithShape="1">
          <a:blip r:embed="rId6">
            <a:alphaModFix/>
          </a:blip>
          <a:srcRect b="0" l="0" r="0" t="0"/>
          <a:stretch/>
        </p:blipFill>
        <p:spPr>
          <a:xfrm>
            <a:off x="7052225" y="332288"/>
            <a:ext cx="1022751" cy="1022751"/>
          </a:xfrm>
          <a:prstGeom prst="rect">
            <a:avLst/>
          </a:prstGeom>
          <a:noFill/>
          <a:ln>
            <a:noFill/>
          </a:ln>
        </p:spPr>
      </p:pic>
      <p:sp>
        <p:nvSpPr>
          <p:cNvPr id="116" name="Google Shape;116;p1"/>
          <p:cNvSpPr txBox="1"/>
          <p:nvPr>
            <p:ph idx="4294967295" type="title"/>
          </p:nvPr>
        </p:nvSpPr>
        <p:spPr>
          <a:xfrm>
            <a:off x="836801" y="3429375"/>
            <a:ext cx="4161300" cy="4341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GB"/>
              <a:t>Reduced Order Modelling and Physics-informed Neural Networks</a:t>
            </a:r>
            <a:endParaRPr b="1">
              <a:solidFill>
                <a:schemeClr val="dk2"/>
              </a:solidFill>
            </a:endParaRPr>
          </a:p>
        </p:txBody>
      </p:sp>
      <p:pic>
        <p:nvPicPr>
          <p:cNvPr id="117" name="Google Shape;117;p1"/>
          <p:cNvPicPr preferRelativeResize="0"/>
          <p:nvPr/>
        </p:nvPicPr>
        <p:blipFill rotWithShape="1">
          <a:blip r:embed="rId7">
            <a:alphaModFix/>
          </a:blip>
          <a:srcRect b="0" l="0" r="0" t="0"/>
          <a:stretch/>
        </p:blipFill>
        <p:spPr>
          <a:xfrm>
            <a:off x="5313857" y="3667450"/>
            <a:ext cx="2255381" cy="906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Content</a:t>
            </a:r>
            <a:endParaRPr b="1" sz="3000">
              <a:solidFill>
                <a:schemeClr val="dk2"/>
              </a:solidFill>
            </a:endParaRPr>
          </a:p>
        </p:txBody>
      </p:sp>
      <p:sp>
        <p:nvSpPr>
          <p:cNvPr id="124" name="Google Shape;124;p2"/>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25" name="Google Shape;125;p2"/>
          <p:cNvSpPr txBox="1"/>
          <p:nvPr/>
        </p:nvSpPr>
        <p:spPr>
          <a:xfrm>
            <a:off x="847425" y="1072950"/>
            <a:ext cx="7421700" cy="3392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Overview of ROMs in Kratos </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FOM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381000" lvl="0" marL="457200" marR="0" rtl="0" algn="l">
              <a:lnSpc>
                <a:spcPct val="90000"/>
              </a:lnSpc>
              <a:spcBef>
                <a:spcPts val="0"/>
              </a:spcBef>
              <a:spcAft>
                <a:spcPts val="0"/>
              </a:spcAft>
              <a:buClr>
                <a:srgbClr val="B7B7B7"/>
              </a:buClr>
              <a:buSzPts val="2400"/>
              <a:buFont typeface="Calibri"/>
              <a:buChar char="-"/>
            </a:pPr>
            <a:r>
              <a:rPr b="1" i="0" lang="en-GB" sz="2400" u="none" cap="none" strike="noStrike">
                <a:solidFill>
                  <a:srgbClr val="B7B7B7"/>
                </a:solidFill>
                <a:latin typeface="Calibri"/>
                <a:ea typeface="Calibri"/>
                <a:cs typeface="Calibri"/>
                <a:sym typeface="Calibri"/>
              </a:rPr>
              <a:t>Setup a ROM (StructuralMechanics)</a:t>
            </a:r>
            <a:endParaRPr b="1" i="0" sz="2400" u="none" cap="none" strike="noStrike">
              <a:solidFill>
                <a:srgbClr val="B7B7B7"/>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rgbClr val="999999"/>
              </a:buClr>
              <a:buSzPts val="2400"/>
              <a:buFont typeface="Calibri"/>
              <a:buChar char="-"/>
            </a:pPr>
            <a:r>
              <a:rPr b="1" i="0" lang="en-GB" sz="2400" u="none" cap="none" strike="noStrike">
                <a:solidFill>
                  <a:srgbClr val="999999"/>
                </a:solidFill>
                <a:latin typeface="Calibri"/>
                <a:ea typeface="Calibri"/>
                <a:cs typeface="Calibri"/>
                <a:sym typeface="Calibri"/>
              </a:rPr>
              <a:t>ROM Example 2 (FluidDynamics)</a:t>
            </a:r>
            <a:endParaRPr b="1" i="0" sz="2400" u="none" cap="none" strike="noStrike">
              <a:solidFill>
                <a:srgbClr val="999999"/>
              </a:solidFill>
              <a:latin typeface="Calibri"/>
              <a:ea typeface="Calibri"/>
              <a:cs typeface="Calibri"/>
              <a:sym typeface="Calibri"/>
            </a:endParaRPr>
          </a:p>
          <a:p>
            <a:pPr indent="0" lvl="0" marL="457200" marR="0" rtl="0" algn="l">
              <a:lnSpc>
                <a:spcPct val="90000"/>
              </a:lnSpc>
              <a:spcBef>
                <a:spcPts val="0"/>
              </a:spcBef>
              <a:spcAft>
                <a:spcPts val="0"/>
              </a:spcAft>
              <a:buClr>
                <a:srgbClr val="000000"/>
              </a:buClr>
              <a:buSzPts val="2400"/>
              <a:buFont typeface="Arial"/>
              <a:buNone/>
            </a:pPr>
            <a:r>
              <a:t/>
            </a:r>
            <a:endParaRPr b="1" i="0" sz="2400" u="none" cap="none" strike="noStrike">
              <a:solidFill>
                <a:srgbClr val="999999"/>
              </a:solidFill>
              <a:latin typeface="Calibri"/>
              <a:ea typeface="Calibri"/>
              <a:cs typeface="Calibri"/>
              <a:sym typeface="Calibri"/>
            </a:endParaRPr>
          </a:p>
          <a:p>
            <a:pPr indent="-381000" lvl="0" marL="457200" marR="0" rtl="0" algn="l">
              <a:lnSpc>
                <a:spcPct val="90000"/>
              </a:lnSpc>
              <a:spcBef>
                <a:spcPts val="0"/>
              </a:spcBef>
              <a:spcAft>
                <a:spcPts val="0"/>
              </a:spcAft>
              <a:buClr>
                <a:schemeClr val="dk2"/>
              </a:buClr>
              <a:buSzPts val="2400"/>
              <a:buFont typeface="Calibri"/>
              <a:buChar char="-"/>
            </a:pPr>
            <a:r>
              <a:rPr b="1" i="0" lang="en-GB" sz="2400" u="none" cap="none" strike="noStrike">
                <a:solidFill>
                  <a:schemeClr val="dk2"/>
                </a:solidFill>
                <a:latin typeface="Calibri"/>
                <a:ea typeface="Calibri"/>
                <a:cs typeface="Calibri"/>
                <a:sym typeface="Calibri"/>
              </a:rPr>
              <a:t>ROM Advanced Options </a:t>
            </a:r>
            <a:endParaRPr b="1" i="0" sz="24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2ed1619b06e_1_0"/>
          <p:cNvSpPr txBox="1"/>
          <p:nvPr/>
        </p:nvSpPr>
        <p:spPr>
          <a:xfrm>
            <a:off x="1408650" y="1628800"/>
            <a:ext cx="6326700" cy="11544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0"/>
              </a:spcBef>
              <a:spcAft>
                <a:spcPts val="0"/>
              </a:spcAft>
              <a:buClr>
                <a:srgbClr val="000000"/>
              </a:buClr>
              <a:buSzPts val="3500"/>
              <a:buFont typeface="Arial"/>
              <a:buNone/>
            </a:pPr>
            <a:r>
              <a:rPr b="1" i="0" lang="en-GB" sz="3500" u="none" cap="none" strike="noStrike">
                <a:solidFill>
                  <a:schemeClr val="dk2"/>
                </a:solidFill>
                <a:latin typeface="Calibri"/>
                <a:ea typeface="Calibri"/>
                <a:cs typeface="Calibri"/>
                <a:sym typeface="Calibri"/>
              </a:rPr>
              <a:t>ROM Advanced Options </a:t>
            </a:r>
            <a:endParaRPr b="1" i="0" sz="3500" u="none" cap="none" strike="noStrike">
              <a:solidFill>
                <a:schemeClr val="dk2"/>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500"/>
              <a:buFont typeface="Arial"/>
              <a:buNone/>
            </a:pPr>
            <a:r>
              <a:t/>
            </a:r>
            <a:endParaRPr b="1" i="0" sz="3500" u="none" cap="none" strike="noStrike">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ed1619b06e_1_597"/>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SzPct val="111669"/>
              <a:buNone/>
            </a:pPr>
            <a:r>
              <a:rPr b="1" lang="en-GB" sz="2388">
                <a:solidFill>
                  <a:schemeClr val="dk2"/>
                </a:solidFill>
              </a:rPr>
              <a:t>ROM Advanced Options</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669"/>
              <a:buNone/>
            </a:pPr>
            <a:r>
              <a:t/>
            </a:r>
            <a:endParaRPr b="1" sz="2388">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a:p>
            <a:pPr indent="0" lvl="0" marL="0" rtl="0" algn="l">
              <a:lnSpc>
                <a:spcPct val="90000"/>
              </a:lnSpc>
              <a:spcBef>
                <a:spcPts val="0"/>
              </a:spcBef>
              <a:spcAft>
                <a:spcPts val="0"/>
              </a:spcAft>
              <a:buSzPct val="111110"/>
              <a:buNone/>
            </a:pPr>
            <a:r>
              <a:t/>
            </a:r>
            <a:endParaRPr b="1">
              <a:solidFill>
                <a:schemeClr val="dk2"/>
              </a:solidFill>
            </a:endParaRPr>
          </a:p>
        </p:txBody>
      </p:sp>
      <p:sp>
        <p:nvSpPr>
          <p:cNvPr id="138" name="Google Shape;138;g2ed1619b06e_1_597"/>
          <p:cNvSpPr txBox="1"/>
          <p:nvPr/>
        </p:nvSpPr>
        <p:spPr>
          <a:xfrm>
            <a:off x="615075" y="1134450"/>
            <a:ext cx="8112000" cy="223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GB" sz="1900" u="none" cap="none" strike="noStrike">
                <a:solidFill>
                  <a:srgbClr val="000000"/>
                </a:solidFill>
                <a:latin typeface="Lato"/>
                <a:ea typeface="Lato"/>
                <a:cs typeface="Lato"/>
                <a:sym typeface="Lato"/>
              </a:rPr>
              <a:t>Requirements: </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GiD or Paraview (For postprocessing)</a:t>
            </a:r>
            <a:endParaRPr b="1" i="0" sz="1900" u="none" cap="none" strike="noStrike">
              <a:solidFill>
                <a:srgbClr val="000000"/>
              </a:solidFill>
              <a:latin typeface="Lato"/>
              <a:ea typeface="Lato"/>
              <a:cs typeface="Lato"/>
              <a:sym typeface="Lato"/>
            </a:endParaRPr>
          </a:p>
          <a:p>
            <a:pPr indent="-349250" lvl="0" marL="4572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Kratos:</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StructuralMechanicsApplication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ConstitutiveLawsApplication</a:t>
            </a:r>
            <a:endParaRPr b="1" i="0" sz="1900" u="none" cap="none" strike="noStrike">
              <a:solidFill>
                <a:srgbClr val="000000"/>
              </a:solidFill>
              <a:latin typeface="Lato"/>
              <a:ea typeface="Lato"/>
              <a:cs typeface="Lato"/>
              <a:sym typeface="Lato"/>
            </a:endParaRPr>
          </a:p>
          <a:p>
            <a:pPr indent="-349250" lvl="1" marL="914400" marR="0" rtl="0" algn="l">
              <a:lnSpc>
                <a:spcPct val="100000"/>
              </a:lnSpc>
              <a:spcBef>
                <a:spcPts val="0"/>
              </a:spcBef>
              <a:spcAft>
                <a:spcPts val="0"/>
              </a:spcAft>
              <a:buClr>
                <a:srgbClr val="000000"/>
              </a:buClr>
              <a:buSzPts val="1900"/>
              <a:buFont typeface="Lato"/>
              <a:buChar char="○"/>
            </a:pPr>
            <a:r>
              <a:rPr b="1" i="0" lang="en-GB" sz="1900" u="none" cap="none" strike="noStrike">
                <a:solidFill>
                  <a:srgbClr val="000000"/>
                </a:solidFill>
                <a:latin typeface="Lato"/>
                <a:ea typeface="Lato"/>
                <a:cs typeface="Lato"/>
                <a:sym typeface="Lato"/>
              </a:rPr>
              <a:t>RomApplication</a:t>
            </a:r>
            <a:endParaRPr b="1" i="0" sz="1900" u="none" cap="none" strike="noStrike">
              <a:solidFill>
                <a:srgbClr val="000000"/>
              </a:solidFill>
              <a:latin typeface="Lato"/>
              <a:ea typeface="Lato"/>
              <a:cs typeface="Lato"/>
              <a:sym typeface="Lato"/>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edeceed005_0_1"/>
          <p:cNvSpPr txBox="1"/>
          <p:nvPr>
            <p:ph type="title"/>
          </p:nvPr>
        </p:nvSpPr>
        <p:spPr>
          <a:xfrm>
            <a:off x="449579" y="224709"/>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ROM Advanced Options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145" name="Google Shape;145;g2edeceed005_0_1"/>
          <p:cNvSpPr txBox="1"/>
          <p:nvPr/>
        </p:nvSpPr>
        <p:spPr>
          <a:xfrm>
            <a:off x="649250" y="1154950"/>
            <a:ext cx="76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
        <p:nvSpPr>
          <p:cNvPr id="146" name="Google Shape;146;g2edeceed005_0_1"/>
          <p:cNvSpPr txBox="1"/>
          <p:nvPr/>
        </p:nvSpPr>
        <p:spPr>
          <a:xfrm>
            <a:off x="847425" y="1072950"/>
            <a:ext cx="7421700" cy="35301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Rom Database</a:t>
            </a:r>
            <a:endParaRPr b="1" i="0" sz="2000" u="none" cap="none" strike="noStrike">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Analysis Stage (More specific customizations)</a:t>
            </a:r>
            <a:endParaRPr b="1" i="0" sz="2000" u="none" cap="none" strike="noStrike">
              <a:solidFill>
                <a:schemeClr val="dk2"/>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Using nonconverged solutions</a:t>
            </a:r>
            <a:endParaRPr b="1" i="0" sz="2000" u="none" cap="none" strike="noStrike">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Linear or Nonlinear decoder</a:t>
            </a:r>
            <a:endParaRPr b="1" i="0" sz="2000" u="none" cap="none" strike="noStrike">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Clr>
                <a:srgbClr val="999999"/>
              </a:buClr>
              <a:buSzPts val="2000"/>
              <a:buFont typeface="Calibri"/>
              <a:buChar char="-"/>
            </a:pPr>
            <a:r>
              <a:rPr b="1" i="0" lang="en-GB" sz="2000" u="none" cap="none" strike="noStrike">
                <a:solidFill>
                  <a:srgbClr val="999999"/>
                </a:solidFill>
                <a:latin typeface="Calibri"/>
                <a:ea typeface="Calibri"/>
                <a:cs typeface="Calibri"/>
                <a:sym typeface="Calibri"/>
              </a:rPr>
              <a:t>Different Projection strategies (Galerkin, LSPG, PG)</a:t>
            </a:r>
            <a:endParaRPr b="1" i="0" sz="2000" u="none" cap="none" strike="noStrike">
              <a:solidFill>
                <a:srgbClr val="999999"/>
              </a:solidFill>
              <a:latin typeface="Calibri"/>
              <a:ea typeface="Calibri"/>
              <a:cs typeface="Calibri"/>
              <a:sym typeface="Calibri"/>
            </a:endParaRPr>
          </a:p>
          <a:p>
            <a:pPr indent="-355600" lvl="0" marL="457200" marR="0" rtl="0" algn="l">
              <a:lnSpc>
                <a:spcPct val="100000"/>
              </a:lnSpc>
              <a:spcBef>
                <a:spcPts val="750"/>
              </a:spcBef>
              <a:spcAft>
                <a:spcPts val="0"/>
              </a:spcAft>
              <a:buSzPts val="2000"/>
              <a:buFont typeface="Calibri"/>
              <a:buChar char="-"/>
            </a:pPr>
            <a:r>
              <a:rPr b="1" i="0" lang="en-GB" sz="2000" u="none" cap="none" strike="noStrike">
                <a:latin typeface="Calibri"/>
                <a:ea typeface="Calibri"/>
                <a:cs typeface="Calibri"/>
                <a:sym typeface="Calibri"/>
              </a:rPr>
              <a:t>HROM</a:t>
            </a:r>
            <a:endParaRPr b="1" i="0" sz="2000" u="none" cap="none" strike="noStrike">
              <a:latin typeface="Calibri"/>
              <a:ea typeface="Calibri"/>
              <a:cs typeface="Calibri"/>
              <a:sym typeface="Calibri"/>
            </a:endParaRPr>
          </a:p>
          <a:p>
            <a:pPr indent="0" lvl="0" marL="457200" marR="0" rtl="0" algn="l">
              <a:lnSpc>
                <a:spcPct val="90000"/>
              </a:lnSpc>
              <a:spcBef>
                <a:spcPts val="750"/>
              </a:spcBef>
              <a:spcAft>
                <a:spcPts val="0"/>
              </a:spcAft>
              <a:buClr>
                <a:srgbClr val="000000"/>
              </a:buClr>
              <a:buSzPts val="2000"/>
              <a:buFont typeface="Arial"/>
              <a:buNone/>
            </a:pPr>
            <a:r>
              <a:t/>
            </a:r>
            <a:endParaRPr b="1" i="0" sz="2000" u="none" cap="none" strike="noStrike">
              <a:solidFill>
                <a:srgbClr val="999999"/>
              </a:solidFill>
              <a:latin typeface="Calibri"/>
              <a:ea typeface="Calibri"/>
              <a:cs typeface="Calibri"/>
              <a:sym typeface="Calibri"/>
            </a:endParaRPr>
          </a:p>
          <a:p>
            <a:pPr indent="0" lvl="0" marL="0" marR="0" rtl="0" algn="l">
              <a:lnSpc>
                <a:spcPct val="90000"/>
              </a:lnSpc>
              <a:spcBef>
                <a:spcPts val="750"/>
              </a:spcBef>
              <a:spcAft>
                <a:spcPts val="0"/>
              </a:spcAft>
              <a:buClr>
                <a:srgbClr val="000000"/>
              </a:buClr>
              <a:buSzPts val="2400"/>
              <a:buFont typeface="Arial"/>
              <a:buNone/>
            </a:pPr>
            <a:r>
              <a:t/>
            </a:r>
            <a:endParaRPr b="1" i="0" sz="24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ee5135832c_0_172"/>
          <p:cNvSpPr/>
          <p:nvPr/>
        </p:nvSpPr>
        <p:spPr>
          <a:xfrm>
            <a:off x="2630675" y="1196838"/>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cxnSp>
        <p:nvCxnSpPr>
          <p:cNvPr id="153" name="Google Shape;153;g2ee5135832c_0_172"/>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154" name="Google Shape;154;g2ee5135832c_0_172"/>
          <p:cNvCxnSpPr/>
          <p:nvPr/>
        </p:nvCxnSpPr>
        <p:spPr>
          <a:xfrm>
            <a:off x="2984638" y="1327388"/>
            <a:ext cx="726600" cy="256200"/>
          </a:xfrm>
          <a:prstGeom prst="straightConnector1">
            <a:avLst/>
          </a:prstGeom>
          <a:noFill/>
          <a:ln cap="flat" cmpd="sng" w="9525">
            <a:solidFill>
              <a:srgbClr val="4472C4"/>
            </a:solidFill>
            <a:prstDash val="solid"/>
            <a:miter lim="800000"/>
            <a:headEnd len="sm" w="sm" type="none"/>
            <a:tailEnd len="med" w="med" type="triangle"/>
          </a:ln>
        </p:spPr>
      </p:cxnSp>
      <p:cxnSp>
        <p:nvCxnSpPr>
          <p:cNvPr id="155" name="Google Shape;155;g2ee5135832c_0_172"/>
          <p:cNvCxnSpPr/>
          <p:nvPr/>
        </p:nvCxnSpPr>
        <p:spPr>
          <a:xfrm flipH="1" rot="10800000">
            <a:off x="3015038" y="1903338"/>
            <a:ext cx="668100" cy="199500"/>
          </a:xfrm>
          <a:prstGeom prst="straightConnector1">
            <a:avLst/>
          </a:prstGeom>
          <a:noFill/>
          <a:ln cap="flat" cmpd="sng" w="9525">
            <a:solidFill>
              <a:srgbClr val="4472C4"/>
            </a:solidFill>
            <a:prstDash val="solid"/>
            <a:miter lim="800000"/>
            <a:headEnd len="sm" w="sm" type="none"/>
            <a:tailEnd len="med" w="med" type="triangle"/>
          </a:ln>
        </p:spPr>
      </p:cxnSp>
      <p:cxnSp>
        <p:nvCxnSpPr>
          <p:cNvPr id="156" name="Google Shape;156;g2ee5135832c_0_172"/>
          <p:cNvCxnSpPr/>
          <p:nvPr/>
        </p:nvCxnSpPr>
        <p:spPr>
          <a:xfrm>
            <a:off x="4458600" y="1718875"/>
            <a:ext cx="2095800" cy="16500"/>
          </a:xfrm>
          <a:prstGeom prst="straightConnector1">
            <a:avLst/>
          </a:prstGeom>
          <a:noFill/>
          <a:ln cap="flat" cmpd="sng" w="9525">
            <a:solidFill>
              <a:srgbClr val="4472C4"/>
            </a:solidFill>
            <a:prstDash val="solid"/>
            <a:miter lim="800000"/>
            <a:headEnd len="sm" w="sm" type="none"/>
            <a:tailEnd len="med" w="med" type="triangle"/>
          </a:ln>
        </p:spPr>
      </p:cxnSp>
      <p:grpSp>
        <p:nvGrpSpPr>
          <p:cNvPr id="157" name="Google Shape;157;g2ee5135832c_0_172"/>
          <p:cNvGrpSpPr/>
          <p:nvPr/>
        </p:nvGrpSpPr>
        <p:grpSpPr>
          <a:xfrm>
            <a:off x="4011282" y="1274854"/>
            <a:ext cx="256372" cy="880500"/>
            <a:chOff x="3179220" y="1005991"/>
            <a:chExt cx="256372" cy="880500"/>
          </a:xfrm>
        </p:grpSpPr>
        <p:sp>
          <p:nvSpPr>
            <p:cNvPr id="158" name="Google Shape;158;g2ee5135832c_0_172"/>
            <p:cNvSpPr/>
            <p:nvPr/>
          </p:nvSpPr>
          <p:spPr>
            <a:xfrm>
              <a:off x="317922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159" name="Google Shape;159;g2ee5135832c_0_172"/>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160" name="Google Shape;160;g2ee5135832c_0_172"/>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161" name="Google Shape;161;g2ee5135832c_0_172"/>
            <p:cNvSpPr/>
            <p:nvPr/>
          </p:nvSpPr>
          <p:spPr>
            <a:xfrm>
              <a:off x="333797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162" name="Google Shape;162;g2ee5135832c_0_172"/>
            <p:cNvSpPr/>
            <p:nvPr/>
          </p:nvSpPr>
          <p:spPr>
            <a:xfrm>
              <a:off x="3389992"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grpSp>
      <p:sp>
        <p:nvSpPr>
          <p:cNvPr id="163" name="Google Shape;163;g2ee5135832c_0_172"/>
          <p:cNvSpPr/>
          <p:nvPr/>
        </p:nvSpPr>
        <p:spPr>
          <a:xfrm>
            <a:off x="2611925" y="1925600"/>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lt;math xmlns=&quot;http://www.w3.org/1998/Math/MathML&quot;&gt;&lt;mo&gt;&amp;#x22EE;&lt;/mo&gt;&lt;/math&gt;" id="164" name="Google Shape;164;g2ee5135832c_0_172" title="vertical ellipsis"/>
          <p:cNvPicPr preferRelativeResize="0"/>
          <p:nvPr/>
        </p:nvPicPr>
        <p:blipFill rotWithShape="1">
          <a:blip r:embed="rId3">
            <a:alphaModFix/>
          </a:blip>
          <a:srcRect b="0" l="0" r="0" t="0"/>
          <a:stretch/>
        </p:blipFill>
        <p:spPr>
          <a:xfrm>
            <a:off x="2565138" y="1616160"/>
            <a:ext cx="256475" cy="197925"/>
          </a:xfrm>
          <a:prstGeom prst="rect">
            <a:avLst/>
          </a:prstGeom>
          <a:noFill/>
          <a:ln>
            <a:noFill/>
          </a:ln>
        </p:spPr>
      </p:pic>
      <p:cxnSp>
        <p:nvCxnSpPr>
          <p:cNvPr id="165" name="Google Shape;165;g2ee5135832c_0_172"/>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166" name="Google Shape;166;g2ee5135832c_0_172"/>
          <p:cNvCxnSpPr/>
          <p:nvPr/>
        </p:nvCxnSpPr>
        <p:spPr>
          <a:xfrm>
            <a:off x="2909425" y="1703010"/>
            <a:ext cx="752400" cy="57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167" name="Google Shape;167;g2ee5135832c_0_172" title="mu subscript 1"/>
          <p:cNvPicPr preferRelativeResize="0"/>
          <p:nvPr/>
        </p:nvPicPr>
        <p:blipFill rotWithShape="1">
          <a:blip r:embed="rId4">
            <a:alphaModFix/>
          </a:blip>
          <a:srcRect b="0" l="0" r="0" t="0"/>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168" name="Google Shape;168;g2ee5135832c_0_172" title="mu subscript p"/>
          <p:cNvPicPr preferRelativeResize="0"/>
          <p:nvPr/>
        </p:nvPicPr>
        <p:blipFill rotWithShape="1">
          <a:blip r:embed="rId5">
            <a:alphaModFix/>
          </a:blip>
          <a:srcRect b="0" l="0" r="0" t="0"/>
          <a:stretch/>
        </p:blipFill>
        <p:spPr>
          <a:xfrm>
            <a:off x="601995" y="1940870"/>
            <a:ext cx="256500" cy="235700"/>
          </a:xfrm>
          <a:prstGeom prst="rect">
            <a:avLst/>
          </a:prstGeom>
          <a:noFill/>
          <a:ln>
            <a:noFill/>
          </a:ln>
        </p:spPr>
      </p:pic>
      <p:pic>
        <p:nvPicPr>
          <p:cNvPr descr="&lt;math xmlns=&quot;http://www.w3.org/1998/Math/MathML&quot;&gt;&lt;mo&gt;&amp;#x22EE;&lt;/mo&gt;&lt;/math&gt;" id="169" name="Google Shape;169;g2ee5135832c_0_172" title="vertical ellipsis"/>
          <p:cNvPicPr preferRelativeResize="0"/>
          <p:nvPr/>
        </p:nvPicPr>
        <p:blipFill rotWithShape="1">
          <a:blip r:embed="rId3">
            <a:alphaModFix/>
          </a:blip>
          <a:srcRect b="0" l="0" r="0" t="0"/>
          <a:stretch/>
        </p:blipFill>
        <p:spPr>
          <a:xfrm>
            <a:off x="624650" y="1607548"/>
            <a:ext cx="256475" cy="197925"/>
          </a:xfrm>
          <a:prstGeom prst="rect">
            <a:avLst/>
          </a:prstGeom>
          <a:noFill/>
          <a:ln>
            <a:noFill/>
          </a:ln>
        </p:spPr>
      </p:pic>
      <p:cxnSp>
        <p:nvCxnSpPr>
          <p:cNvPr id="170" name="Google Shape;170;g2ee5135832c_0_172"/>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171" name="Google Shape;171;g2ee5135832c_0_172"/>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172" name="Google Shape;172;g2ee5135832c_0_172"/>
          <p:cNvSpPr txBox="1"/>
          <p:nvPr/>
        </p:nvSpPr>
        <p:spPr>
          <a:xfrm>
            <a:off x="6808725" y="1506425"/>
            <a:ext cx="13074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Data for ROM</a:t>
            </a:r>
            <a:endParaRPr b="0" i="0" sz="1400" u="none" cap="none" strike="noStrike">
              <a:solidFill>
                <a:srgbClr val="000000"/>
              </a:solidFill>
              <a:latin typeface="Arial"/>
              <a:ea typeface="Arial"/>
              <a:cs typeface="Arial"/>
              <a:sym typeface="Arial"/>
            </a:endParaRPr>
          </a:p>
        </p:txBody>
      </p:sp>
      <p:cxnSp>
        <p:nvCxnSpPr>
          <p:cNvPr id="173" name="Google Shape;173;g2ee5135832c_0_172"/>
          <p:cNvCxnSpPr/>
          <p:nvPr/>
        </p:nvCxnSpPr>
        <p:spPr>
          <a:xfrm flipH="1">
            <a:off x="7574000" y="1948150"/>
            <a:ext cx="3600" cy="236700"/>
          </a:xfrm>
          <a:prstGeom prst="straightConnector1">
            <a:avLst/>
          </a:prstGeom>
          <a:noFill/>
          <a:ln cap="flat" cmpd="sng" w="9525">
            <a:solidFill>
              <a:srgbClr val="4472C4"/>
            </a:solidFill>
            <a:prstDash val="solid"/>
            <a:miter lim="800000"/>
            <a:headEnd len="sm" w="sm" type="none"/>
            <a:tailEnd len="med" w="med" type="triangle"/>
          </a:ln>
        </p:spPr>
      </p:cxnSp>
      <p:sp>
        <p:nvSpPr>
          <p:cNvPr id="174" name="Google Shape;174;g2ee5135832c_0_172"/>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2ee5135832c_0_172"/>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6" name="Google Shape;176;g2ee5135832c_0_172"/>
          <p:cNvPicPr preferRelativeResize="0"/>
          <p:nvPr/>
        </p:nvPicPr>
        <p:blipFill rotWithShape="1">
          <a:blip r:embed="rId6">
            <a:alphaModFix/>
          </a:blip>
          <a:srcRect b="0" l="0" r="0" t="0"/>
          <a:stretch/>
        </p:blipFill>
        <p:spPr>
          <a:xfrm>
            <a:off x="1383571" y="1262430"/>
            <a:ext cx="703149" cy="158064"/>
          </a:xfrm>
          <a:prstGeom prst="rect">
            <a:avLst/>
          </a:prstGeom>
          <a:noFill/>
          <a:ln>
            <a:noFill/>
          </a:ln>
        </p:spPr>
      </p:pic>
      <p:pic>
        <p:nvPicPr>
          <p:cNvPr descr="&lt;math xmlns=&quot;http://www.w3.org/1998/Math/MathML&quot;&gt;&lt;mo&gt;&amp;#x22EE;&lt;/mo&gt;&lt;/math&gt;" id="177" name="Google Shape;177;g2ee5135832c_0_172" title="vertical ellipsis"/>
          <p:cNvPicPr preferRelativeResize="0"/>
          <p:nvPr/>
        </p:nvPicPr>
        <p:blipFill rotWithShape="1">
          <a:blip r:embed="rId3">
            <a:alphaModFix/>
          </a:blip>
          <a:srcRect b="0" l="0" r="0" t="0"/>
          <a:stretch/>
        </p:blipFill>
        <p:spPr>
          <a:xfrm>
            <a:off x="1606887" y="1606910"/>
            <a:ext cx="256475" cy="197925"/>
          </a:xfrm>
          <a:prstGeom prst="rect">
            <a:avLst/>
          </a:prstGeom>
          <a:noFill/>
          <a:ln>
            <a:noFill/>
          </a:ln>
        </p:spPr>
      </p:pic>
      <p:sp>
        <p:nvSpPr>
          <p:cNvPr id="178" name="Google Shape;178;g2ee5135832c_0_172"/>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9" name="Google Shape;179;g2ee5135832c_0_172"/>
          <p:cNvPicPr preferRelativeResize="0"/>
          <p:nvPr/>
        </p:nvPicPr>
        <p:blipFill rotWithShape="1">
          <a:blip r:embed="rId6">
            <a:alphaModFix/>
          </a:blip>
          <a:srcRect b="0" l="0" r="0" t="0"/>
          <a:stretch/>
        </p:blipFill>
        <p:spPr>
          <a:xfrm>
            <a:off x="1404996" y="1991205"/>
            <a:ext cx="703149" cy="158064"/>
          </a:xfrm>
          <a:prstGeom prst="rect">
            <a:avLst/>
          </a:prstGeom>
          <a:noFill/>
          <a:ln>
            <a:noFill/>
          </a:ln>
        </p:spPr>
      </p:pic>
      <p:sp>
        <p:nvSpPr>
          <p:cNvPr id="180" name="Google Shape;180;g2ee5135832c_0_172"/>
          <p:cNvSpPr/>
          <p:nvPr/>
        </p:nvSpPr>
        <p:spPr>
          <a:xfrm>
            <a:off x="7008188" y="2221438"/>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g2ee5135832c_0_172"/>
          <p:cNvSpPr txBox="1"/>
          <p:nvPr/>
        </p:nvSpPr>
        <p:spPr>
          <a:xfrm>
            <a:off x="7281538" y="2163588"/>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ROM</a:t>
            </a:r>
            <a:endParaRPr b="0" i="0" sz="1400" u="none" cap="none" strike="noStrike">
              <a:solidFill>
                <a:srgbClr val="000000"/>
              </a:solidFill>
              <a:latin typeface="Arial"/>
              <a:ea typeface="Arial"/>
              <a:cs typeface="Arial"/>
              <a:sym typeface="Arial"/>
            </a:endParaRPr>
          </a:p>
        </p:txBody>
      </p:sp>
      <p:cxnSp>
        <p:nvCxnSpPr>
          <p:cNvPr id="182" name="Google Shape;182;g2ee5135832c_0_172"/>
          <p:cNvCxnSpPr/>
          <p:nvPr/>
        </p:nvCxnSpPr>
        <p:spPr>
          <a:xfrm rot="10800000">
            <a:off x="8193025" y="272333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183" name="Google Shape;183;g2ee5135832c_0_172"/>
          <p:cNvSpPr txBox="1"/>
          <p:nvPr/>
        </p:nvSpPr>
        <p:spPr>
          <a:xfrm>
            <a:off x="7143788" y="25121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4" name="Google Shape;184;g2ee5135832c_0_172"/>
          <p:cNvPicPr preferRelativeResize="0"/>
          <p:nvPr/>
        </p:nvPicPr>
        <p:blipFill rotWithShape="1">
          <a:blip r:embed="rId6">
            <a:alphaModFix/>
          </a:blip>
          <a:srcRect b="0" l="0" r="0" t="0"/>
          <a:stretch/>
        </p:blipFill>
        <p:spPr>
          <a:xfrm>
            <a:off x="7254971" y="2587005"/>
            <a:ext cx="703149" cy="158064"/>
          </a:xfrm>
          <a:prstGeom prst="rect">
            <a:avLst/>
          </a:prstGeom>
          <a:noFill/>
          <a:ln>
            <a:noFill/>
          </a:ln>
        </p:spPr>
      </p:pic>
      <p:pic>
        <p:nvPicPr>
          <p:cNvPr descr="&lt;math xmlns=&quot;http://www.w3.org/1998/Math/MathML&quot;&gt;&lt;mo&gt;&amp;#x22EE;&lt;/mo&gt;&lt;/math&gt;" id="185" name="Google Shape;185;g2ee5135832c_0_172" title="vertical ellipsis"/>
          <p:cNvPicPr preferRelativeResize="0"/>
          <p:nvPr/>
        </p:nvPicPr>
        <p:blipFill rotWithShape="1">
          <a:blip r:embed="rId3">
            <a:alphaModFix/>
          </a:blip>
          <a:srcRect b="0" l="0" r="0" t="0"/>
          <a:stretch/>
        </p:blipFill>
        <p:spPr>
          <a:xfrm>
            <a:off x="7478288" y="2931485"/>
            <a:ext cx="256475" cy="197925"/>
          </a:xfrm>
          <a:prstGeom prst="rect">
            <a:avLst/>
          </a:prstGeom>
          <a:noFill/>
          <a:ln>
            <a:noFill/>
          </a:ln>
        </p:spPr>
      </p:pic>
      <p:sp>
        <p:nvSpPr>
          <p:cNvPr id="186" name="Google Shape;186;g2ee5135832c_0_172"/>
          <p:cNvSpPr txBox="1"/>
          <p:nvPr/>
        </p:nvSpPr>
        <p:spPr>
          <a:xfrm>
            <a:off x="7165213" y="324091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g2ee5135832c_0_172"/>
          <p:cNvPicPr preferRelativeResize="0"/>
          <p:nvPr/>
        </p:nvPicPr>
        <p:blipFill rotWithShape="1">
          <a:blip r:embed="rId6">
            <a:alphaModFix/>
          </a:blip>
          <a:srcRect b="0" l="0" r="0" t="0"/>
          <a:stretch/>
        </p:blipFill>
        <p:spPr>
          <a:xfrm>
            <a:off x="7276396" y="3315780"/>
            <a:ext cx="703149" cy="158064"/>
          </a:xfrm>
          <a:prstGeom prst="rect">
            <a:avLst/>
          </a:prstGeom>
          <a:noFill/>
          <a:ln>
            <a:noFill/>
          </a:ln>
        </p:spPr>
      </p:pic>
      <p:pic>
        <p:nvPicPr>
          <p:cNvPr descr="&lt;math xmlns=&quot;http://www.w3.org/1998/Math/MathML&quot;&gt;&lt;msub&gt;&lt;mi&gt;&amp;#x3BC;&lt;/mi&gt;&lt;mn&gt;1&lt;/mn&gt;&lt;/msub&gt;&lt;/math&gt;" id="188" name="Google Shape;188;g2ee5135832c_0_172" title="mu subscript 1"/>
          <p:cNvPicPr preferRelativeResize="0"/>
          <p:nvPr/>
        </p:nvPicPr>
        <p:blipFill rotWithShape="1">
          <a:blip r:embed="rId4">
            <a:alphaModFix/>
          </a:blip>
          <a:srcRect b="0" l="0" r="0" t="0"/>
          <a:stretch/>
        </p:blipFill>
        <p:spPr>
          <a:xfrm>
            <a:off x="8545055" y="2666938"/>
            <a:ext cx="211200" cy="169754"/>
          </a:xfrm>
          <a:prstGeom prst="rect">
            <a:avLst/>
          </a:prstGeom>
          <a:noFill/>
          <a:ln>
            <a:noFill/>
          </a:ln>
        </p:spPr>
      </p:pic>
      <p:pic>
        <p:nvPicPr>
          <p:cNvPr descr="&lt;math xmlns=&quot;http://www.w3.org/1998/Math/MathML&quot;&gt;&lt;msub&gt;&lt;mi&gt;&amp;#x3BC;&lt;/mi&gt;&lt;mi&gt;p&lt;/mi&gt;&lt;/msub&gt;&lt;/math&gt;" id="189" name="Google Shape;189;g2ee5135832c_0_172" title="mu subscript p"/>
          <p:cNvPicPr preferRelativeResize="0"/>
          <p:nvPr/>
        </p:nvPicPr>
        <p:blipFill rotWithShape="1">
          <a:blip r:embed="rId5">
            <a:alphaModFix/>
          </a:blip>
          <a:srcRect b="0" l="0" r="0" t="0"/>
          <a:stretch/>
        </p:blipFill>
        <p:spPr>
          <a:xfrm>
            <a:off x="8522407" y="3305432"/>
            <a:ext cx="256500" cy="235700"/>
          </a:xfrm>
          <a:prstGeom prst="rect">
            <a:avLst/>
          </a:prstGeom>
          <a:noFill/>
          <a:ln>
            <a:noFill/>
          </a:ln>
        </p:spPr>
      </p:pic>
      <p:pic>
        <p:nvPicPr>
          <p:cNvPr descr="&lt;math xmlns=&quot;http://www.w3.org/1998/Math/MathML&quot;&gt;&lt;mo&gt;&amp;#x22EE;&lt;/mo&gt;&lt;/math&gt;" id="190" name="Google Shape;190;g2ee5135832c_0_172" title="vertical ellipsis"/>
          <p:cNvPicPr preferRelativeResize="0"/>
          <p:nvPr/>
        </p:nvPicPr>
        <p:blipFill rotWithShape="1">
          <a:blip r:embed="rId3">
            <a:alphaModFix/>
          </a:blip>
          <a:srcRect b="0" l="0" r="0" t="0"/>
          <a:stretch/>
        </p:blipFill>
        <p:spPr>
          <a:xfrm>
            <a:off x="8545063" y="2972110"/>
            <a:ext cx="256475" cy="197925"/>
          </a:xfrm>
          <a:prstGeom prst="rect">
            <a:avLst/>
          </a:prstGeom>
          <a:noFill/>
          <a:ln>
            <a:noFill/>
          </a:ln>
        </p:spPr>
      </p:pic>
      <p:cxnSp>
        <p:nvCxnSpPr>
          <p:cNvPr id="191" name="Google Shape;191;g2ee5135832c_0_172"/>
          <p:cNvCxnSpPr/>
          <p:nvPr/>
        </p:nvCxnSpPr>
        <p:spPr>
          <a:xfrm rot="10800000">
            <a:off x="8225500" y="339478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192" name="Google Shape;192;g2ee5135832c_0_172"/>
          <p:cNvSpPr/>
          <p:nvPr/>
        </p:nvSpPr>
        <p:spPr>
          <a:xfrm>
            <a:off x="6451750" y="2512163"/>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193" name="Google Shape;193;g2ee5135832c_0_172"/>
          <p:cNvSpPr/>
          <p:nvPr/>
        </p:nvSpPr>
        <p:spPr>
          <a:xfrm>
            <a:off x="6451750" y="3240900"/>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lt;math xmlns=&quot;http://www.w3.org/1998/Math/MathML&quot;&gt;&lt;mo&gt;&amp;#x22EE;&lt;/mo&gt;&lt;/math&gt;" id="194" name="Google Shape;194;g2ee5135832c_0_172" title="vertical ellipsis"/>
          <p:cNvPicPr preferRelativeResize="0"/>
          <p:nvPr/>
        </p:nvPicPr>
        <p:blipFill rotWithShape="1">
          <a:blip r:embed="rId3">
            <a:alphaModFix/>
          </a:blip>
          <a:srcRect b="0" l="0" r="0" t="0"/>
          <a:stretch/>
        </p:blipFill>
        <p:spPr>
          <a:xfrm>
            <a:off x="6386213" y="2931485"/>
            <a:ext cx="256475" cy="197925"/>
          </a:xfrm>
          <a:prstGeom prst="rect">
            <a:avLst/>
          </a:prstGeom>
          <a:noFill/>
          <a:ln>
            <a:noFill/>
          </a:ln>
        </p:spPr>
      </p:pic>
      <p:cxnSp>
        <p:nvCxnSpPr>
          <p:cNvPr id="195" name="Google Shape;195;g2ee5135832c_0_172"/>
          <p:cNvCxnSpPr/>
          <p:nvPr/>
        </p:nvCxnSpPr>
        <p:spPr>
          <a:xfrm rot="10800000">
            <a:off x="6695050" y="273532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196" name="Google Shape;196;g2ee5135832c_0_172"/>
          <p:cNvCxnSpPr/>
          <p:nvPr/>
        </p:nvCxnSpPr>
        <p:spPr>
          <a:xfrm rot="10800000">
            <a:off x="6727525" y="340677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197" name="Google Shape;197;g2ee5135832c_0_172"/>
          <p:cNvCxnSpPr/>
          <p:nvPr/>
        </p:nvCxnSpPr>
        <p:spPr>
          <a:xfrm flipH="1">
            <a:off x="5581021" y="2666943"/>
            <a:ext cx="805200" cy="300000"/>
          </a:xfrm>
          <a:prstGeom prst="straightConnector1">
            <a:avLst/>
          </a:prstGeom>
          <a:noFill/>
          <a:ln cap="flat" cmpd="sng" w="9525">
            <a:solidFill>
              <a:srgbClr val="4472C4"/>
            </a:solidFill>
            <a:prstDash val="solid"/>
            <a:miter lim="800000"/>
            <a:headEnd len="sm" w="sm" type="none"/>
            <a:tailEnd len="med" w="med" type="triangle"/>
          </a:ln>
        </p:spPr>
      </p:cxnSp>
      <p:cxnSp>
        <p:nvCxnSpPr>
          <p:cNvPr id="198" name="Google Shape;198;g2ee5135832c_0_172"/>
          <p:cNvCxnSpPr/>
          <p:nvPr/>
        </p:nvCxnSpPr>
        <p:spPr>
          <a:xfrm flipH="1">
            <a:off x="5581025" y="3078250"/>
            <a:ext cx="799500" cy="16500"/>
          </a:xfrm>
          <a:prstGeom prst="straightConnector1">
            <a:avLst/>
          </a:prstGeom>
          <a:noFill/>
          <a:ln cap="flat" cmpd="sng" w="9525">
            <a:solidFill>
              <a:srgbClr val="4472C4"/>
            </a:solidFill>
            <a:prstDash val="solid"/>
            <a:miter lim="800000"/>
            <a:headEnd len="sm" w="sm" type="none"/>
            <a:tailEnd len="med" w="med" type="triangle"/>
          </a:ln>
        </p:spPr>
      </p:cxnSp>
      <p:cxnSp>
        <p:nvCxnSpPr>
          <p:cNvPr id="199" name="Google Shape;199;g2ee5135832c_0_172"/>
          <p:cNvCxnSpPr/>
          <p:nvPr/>
        </p:nvCxnSpPr>
        <p:spPr>
          <a:xfrm rot="10800000">
            <a:off x="5581050" y="3205750"/>
            <a:ext cx="825900" cy="241800"/>
          </a:xfrm>
          <a:prstGeom prst="straightConnector1">
            <a:avLst/>
          </a:prstGeom>
          <a:noFill/>
          <a:ln cap="flat" cmpd="sng" w="9525">
            <a:solidFill>
              <a:srgbClr val="4472C4"/>
            </a:solidFill>
            <a:prstDash val="solid"/>
            <a:miter lim="800000"/>
            <a:headEnd len="sm" w="sm" type="none"/>
            <a:tailEnd len="med" w="med" type="triangle"/>
          </a:ln>
        </p:spPr>
      </p:cxnSp>
      <p:grpSp>
        <p:nvGrpSpPr>
          <p:cNvPr id="200" name="Google Shape;200;g2ee5135832c_0_172"/>
          <p:cNvGrpSpPr/>
          <p:nvPr/>
        </p:nvGrpSpPr>
        <p:grpSpPr>
          <a:xfrm>
            <a:off x="5073282" y="2723354"/>
            <a:ext cx="256372" cy="880500"/>
            <a:chOff x="3179220" y="1005991"/>
            <a:chExt cx="256372" cy="880500"/>
          </a:xfrm>
        </p:grpSpPr>
        <p:sp>
          <p:nvSpPr>
            <p:cNvPr id="201" name="Google Shape;201;g2ee5135832c_0_172"/>
            <p:cNvSpPr/>
            <p:nvPr/>
          </p:nvSpPr>
          <p:spPr>
            <a:xfrm>
              <a:off x="317922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02" name="Google Shape;202;g2ee5135832c_0_172"/>
            <p:cNvSpPr/>
            <p:nvPr/>
          </p:nvSpPr>
          <p:spPr>
            <a:xfrm>
              <a:off x="3237237"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03" name="Google Shape;203;g2ee5135832c_0_172"/>
            <p:cNvSpPr/>
            <p:nvPr/>
          </p:nvSpPr>
          <p:spPr>
            <a:xfrm>
              <a:off x="3279953"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04" name="Google Shape;204;g2ee5135832c_0_172"/>
            <p:cNvSpPr/>
            <p:nvPr/>
          </p:nvSpPr>
          <p:spPr>
            <a:xfrm>
              <a:off x="3337970"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205" name="Google Shape;205;g2ee5135832c_0_172"/>
            <p:cNvSpPr/>
            <p:nvPr/>
          </p:nvSpPr>
          <p:spPr>
            <a:xfrm>
              <a:off x="3389992" y="1005991"/>
              <a:ext cx="45600" cy="8805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grpSp>
      <p:sp>
        <p:nvSpPr>
          <p:cNvPr id="206" name="Google Shape;206;g2ee5135832c_0_172"/>
          <p:cNvSpPr txBox="1"/>
          <p:nvPr/>
        </p:nvSpPr>
        <p:spPr>
          <a:xfrm>
            <a:off x="5107085" y="605881"/>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rgbClr val="000000"/>
                </a:solidFill>
                <a:latin typeface="Calibri"/>
                <a:ea typeface="Calibri"/>
                <a:cs typeface="Calibri"/>
                <a:sym typeface="Calibri"/>
              </a:rPr>
              <a:t>training parameters</a:t>
            </a:r>
            <a:endParaRPr b="0" i="0" sz="1400" u="none" cap="none" strike="noStrike">
              <a:solidFill>
                <a:srgbClr val="000000"/>
              </a:solidFill>
              <a:latin typeface="Arial"/>
              <a:ea typeface="Arial"/>
              <a:cs typeface="Arial"/>
              <a:sym typeface="Arial"/>
            </a:endParaRPr>
          </a:p>
        </p:txBody>
      </p:sp>
      <p:cxnSp>
        <p:nvCxnSpPr>
          <p:cNvPr id="207" name="Google Shape;207;g2ee5135832c_0_172"/>
          <p:cNvCxnSpPr/>
          <p:nvPr/>
        </p:nvCxnSpPr>
        <p:spPr>
          <a:xfrm>
            <a:off x="128800" y="1524150"/>
            <a:ext cx="353700" cy="0"/>
          </a:xfrm>
          <a:prstGeom prst="straightConnector1">
            <a:avLst/>
          </a:prstGeom>
          <a:noFill/>
          <a:ln cap="flat" cmpd="sng" w="9525">
            <a:solidFill>
              <a:srgbClr val="44546A"/>
            </a:solidFill>
            <a:prstDash val="solid"/>
            <a:round/>
            <a:headEnd len="sm" w="sm" type="none"/>
            <a:tailEnd len="med" w="med" type="triangle"/>
          </a:ln>
        </p:spPr>
      </p:cxnSp>
      <p:cxnSp>
        <p:nvCxnSpPr>
          <p:cNvPr id="208" name="Google Shape;208;g2ee5135832c_0_172"/>
          <p:cNvCxnSpPr/>
          <p:nvPr/>
        </p:nvCxnSpPr>
        <p:spPr>
          <a:xfrm flipH="1" rot="10800000">
            <a:off x="137225" y="764750"/>
            <a:ext cx="4969800" cy="777000"/>
          </a:xfrm>
          <a:prstGeom prst="bentConnector3">
            <a:avLst>
              <a:gd fmla="val 162" name="adj1"/>
            </a:avLst>
          </a:prstGeom>
          <a:noFill/>
          <a:ln cap="flat" cmpd="sng" w="9525">
            <a:solidFill>
              <a:srgbClr val="44546A"/>
            </a:solidFill>
            <a:prstDash val="solid"/>
            <a:round/>
            <a:headEnd len="sm" w="sm" type="none"/>
            <a:tailEnd len="sm" w="sm" type="none"/>
          </a:ln>
        </p:spPr>
      </p:cxnSp>
      <p:cxnSp>
        <p:nvCxnSpPr>
          <p:cNvPr id="209" name="Google Shape;209;g2ee5135832c_0_172"/>
          <p:cNvCxnSpPr>
            <a:stCxn id="206" idx="3"/>
          </p:cNvCxnSpPr>
          <p:nvPr/>
        </p:nvCxnSpPr>
        <p:spPr>
          <a:xfrm>
            <a:off x="7418285" y="755881"/>
            <a:ext cx="1596900" cy="2242200"/>
          </a:xfrm>
          <a:prstGeom prst="bentConnector2">
            <a:avLst/>
          </a:prstGeom>
          <a:noFill/>
          <a:ln cap="flat" cmpd="sng" w="9525">
            <a:solidFill>
              <a:srgbClr val="44546A"/>
            </a:solidFill>
            <a:prstDash val="solid"/>
            <a:round/>
            <a:headEnd len="sm" w="sm" type="none"/>
            <a:tailEnd len="sm" w="sm" type="none"/>
          </a:ln>
        </p:spPr>
      </p:cxnSp>
      <p:cxnSp>
        <p:nvCxnSpPr>
          <p:cNvPr id="210" name="Google Shape;210;g2ee5135832c_0_172"/>
          <p:cNvCxnSpPr/>
          <p:nvPr/>
        </p:nvCxnSpPr>
        <p:spPr>
          <a:xfrm rot="10800000">
            <a:off x="8875600" y="2995500"/>
            <a:ext cx="139500" cy="0"/>
          </a:xfrm>
          <a:prstGeom prst="straightConnector1">
            <a:avLst/>
          </a:prstGeom>
          <a:noFill/>
          <a:ln cap="flat" cmpd="sng" w="9525">
            <a:solidFill>
              <a:srgbClr val="44546A"/>
            </a:solidFill>
            <a:prstDash val="solid"/>
            <a:round/>
            <a:headEnd len="sm" w="sm" type="none"/>
            <a:tailEnd len="med" w="med" type="triangle"/>
          </a:ln>
        </p:spPr>
      </p:cxnSp>
      <p:sp>
        <p:nvSpPr>
          <p:cNvPr id="211" name="Google Shape;211;g2ee5135832c_0_172"/>
          <p:cNvSpPr txBox="1"/>
          <p:nvPr/>
        </p:nvSpPr>
        <p:spPr>
          <a:xfrm>
            <a:off x="4851300" y="1380325"/>
            <a:ext cx="1267200" cy="3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lang="en-GB" sz="1300">
                <a:solidFill>
                  <a:schemeClr val="accent1"/>
                </a:solidFill>
                <a:latin typeface="Lato"/>
                <a:ea typeface="Lato"/>
                <a:cs typeface="Lato"/>
                <a:sym typeface="Lato"/>
              </a:rPr>
              <a:t>SVD ( + NN )</a:t>
            </a:r>
            <a:endParaRPr b="0" i="0" sz="1300" u="none" cap="none" strike="noStrike">
              <a:solidFill>
                <a:schemeClr val="accent1"/>
              </a:solidFill>
              <a:latin typeface="Lato"/>
              <a:ea typeface="Lato"/>
              <a:cs typeface="Lato"/>
              <a:sym typeface="Lato"/>
            </a:endParaRPr>
          </a:p>
        </p:txBody>
      </p:sp>
      <p:sp>
        <p:nvSpPr>
          <p:cNvPr id="212" name="Google Shape;212;g2ee5135832c_0_172"/>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FOM</a:t>
            </a:r>
            <a:endParaRPr b="0" i="0" sz="1400" u="none" cap="none" strike="noStrike">
              <a:solidFill>
                <a:srgbClr val="000000"/>
              </a:solidFill>
              <a:latin typeface="Arial"/>
              <a:ea typeface="Arial"/>
              <a:cs typeface="Arial"/>
              <a:sym typeface="Arial"/>
            </a:endParaRPr>
          </a:p>
        </p:txBody>
      </p:sp>
      <p:cxnSp>
        <p:nvCxnSpPr>
          <p:cNvPr id="213" name="Google Shape;213;g2ee5135832c_0_172"/>
          <p:cNvCxnSpPr/>
          <p:nvPr/>
        </p:nvCxnSpPr>
        <p:spPr>
          <a:xfrm>
            <a:off x="39075" y="561775"/>
            <a:ext cx="9050100" cy="37200"/>
          </a:xfrm>
          <a:prstGeom prst="straightConnector1">
            <a:avLst/>
          </a:prstGeom>
          <a:noFill/>
          <a:ln cap="flat" cmpd="sng" w="9525">
            <a:solidFill>
              <a:srgbClr val="FF0000"/>
            </a:solidFill>
            <a:prstDash val="solid"/>
            <a:round/>
            <a:headEnd len="sm" w="sm" type="none"/>
            <a:tailEnd len="sm" w="sm" type="none"/>
          </a:ln>
        </p:spPr>
      </p:cxnSp>
      <p:cxnSp>
        <p:nvCxnSpPr>
          <p:cNvPr id="214" name="Google Shape;214;g2ee5135832c_0_172"/>
          <p:cNvCxnSpPr/>
          <p:nvPr/>
        </p:nvCxnSpPr>
        <p:spPr>
          <a:xfrm>
            <a:off x="48375" y="571075"/>
            <a:ext cx="0" cy="4018200"/>
          </a:xfrm>
          <a:prstGeom prst="straightConnector1">
            <a:avLst/>
          </a:prstGeom>
          <a:noFill/>
          <a:ln cap="flat" cmpd="sng" w="9525">
            <a:solidFill>
              <a:srgbClr val="FF0000"/>
            </a:solidFill>
            <a:prstDash val="solid"/>
            <a:round/>
            <a:headEnd len="sm" w="sm" type="none"/>
            <a:tailEnd len="sm" w="sm" type="none"/>
          </a:ln>
        </p:spPr>
      </p:cxnSp>
      <p:cxnSp>
        <p:nvCxnSpPr>
          <p:cNvPr id="215" name="Google Shape;215;g2ee5135832c_0_172"/>
          <p:cNvCxnSpPr/>
          <p:nvPr/>
        </p:nvCxnSpPr>
        <p:spPr>
          <a:xfrm flipH="1">
            <a:off x="9067500" y="602250"/>
            <a:ext cx="22800" cy="4021800"/>
          </a:xfrm>
          <a:prstGeom prst="straightConnector1">
            <a:avLst/>
          </a:prstGeom>
          <a:noFill/>
          <a:ln cap="flat" cmpd="sng" w="9525">
            <a:solidFill>
              <a:srgbClr val="FF0000"/>
            </a:solidFill>
            <a:prstDash val="solid"/>
            <a:round/>
            <a:headEnd len="sm" w="sm" type="none"/>
            <a:tailEnd len="sm" w="sm" type="none"/>
          </a:ln>
        </p:spPr>
      </p:cxnSp>
      <p:cxnSp>
        <p:nvCxnSpPr>
          <p:cNvPr id="216" name="Google Shape;216;g2ee5135832c_0_172"/>
          <p:cNvCxnSpPr/>
          <p:nvPr/>
        </p:nvCxnSpPr>
        <p:spPr>
          <a:xfrm>
            <a:off x="57150" y="4585600"/>
            <a:ext cx="8994300" cy="54300"/>
          </a:xfrm>
          <a:prstGeom prst="straightConnector1">
            <a:avLst/>
          </a:prstGeom>
          <a:noFill/>
          <a:ln cap="flat" cmpd="sng" w="9525">
            <a:solidFill>
              <a:srgbClr val="FF0000"/>
            </a:solidFill>
            <a:prstDash val="solid"/>
            <a:round/>
            <a:headEnd len="sm" w="sm" type="none"/>
            <a:tailEnd len="sm" w="sm" type="none"/>
          </a:ln>
        </p:spPr>
      </p:cxnSp>
      <p:sp>
        <p:nvSpPr>
          <p:cNvPr id="217" name="Google Shape;217;g2ee5135832c_0_172"/>
          <p:cNvSpPr txBox="1"/>
          <p:nvPr/>
        </p:nvSpPr>
        <p:spPr>
          <a:xfrm>
            <a:off x="754050" y="4017100"/>
            <a:ext cx="4220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GB" sz="2300" u="none" cap="none" strike="noStrike">
                <a:solidFill>
                  <a:schemeClr val="dk2"/>
                </a:solidFill>
                <a:latin typeface="Lato"/>
                <a:ea typeface="Lato"/>
                <a:cs typeface="Lato"/>
                <a:sym typeface="Lato"/>
              </a:rPr>
              <a:t>RomManager.Fit(mu_train)</a:t>
            </a:r>
            <a:endParaRPr b="1" i="0" sz="2300" u="none" cap="none" strike="noStrike">
              <a:solidFill>
                <a:schemeClr val="dk2"/>
              </a:solidFill>
              <a:latin typeface="Lato"/>
              <a:ea typeface="Lato"/>
              <a:cs typeface="Lato"/>
              <a:sym typeface="Lato"/>
            </a:endParaRPr>
          </a:p>
        </p:txBody>
      </p:sp>
      <p:cxnSp>
        <p:nvCxnSpPr>
          <p:cNvPr id="218" name="Google Shape;218;g2ee5135832c_0_172"/>
          <p:cNvCxnSpPr>
            <a:stCxn id="219" idx="3"/>
          </p:cNvCxnSpPr>
          <p:nvPr/>
        </p:nvCxnSpPr>
        <p:spPr>
          <a:xfrm rot="10800000">
            <a:off x="4164350" y="2152925"/>
            <a:ext cx="324600" cy="877500"/>
          </a:xfrm>
          <a:prstGeom prst="straightConnector1">
            <a:avLst/>
          </a:prstGeom>
          <a:noFill/>
          <a:ln cap="flat" cmpd="sng" w="9525">
            <a:solidFill>
              <a:schemeClr val="dk2"/>
            </a:solidFill>
            <a:prstDash val="solid"/>
            <a:round/>
            <a:headEnd len="sm" w="sm" type="none"/>
            <a:tailEnd len="med" w="med" type="triangle"/>
          </a:ln>
        </p:spPr>
      </p:cxnSp>
      <p:cxnSp>
        <p:nvCxnSpPr>
          <p:cNvPr id="220" name="Google Shape;220;g2ee5135832c_0_172"/>
          <p:cNvCxnSpPr>
            <a:stCxn id="219" idx="3"/>
          </p:cNvCxnSpPr>
          <p:nvPr/>
        </p:nvCxnSpPr>
        <p:spPr>
          <a:xfrm>
            <a:off x="4488950" y="3030425"/>
            <a:ext cx="584400" cy="133200"/>
          </a:xfrm>
          <a:prstGeom prst="straightConnector1">
            <a:avLst/>
          </a:prstGeom>
          <a:noFill/>
          <a:ln cap="flat" cmpd="sng" w="9525">
            <a:solidFill>
              <a:schemeClr val="dk2"/>
            </a:solidFill>
            <a:prstDash val="solid"/>
            <a:round/>
            <a:headEnd len="sm" w="sm" type="none"/>
            <a:tailEnd len="med" w="med" type="triangle"/>
          </a:ln>
        </p:spPr>
      </p:cxnSp>
      <p:sp>
        <p:nvSpPr>
          <p:cNvPr id="219" name="Google Shape;219;g2ee5135832c_0_172"/>
          <p:cNvSpPr txBox="1"/>
          <p:nvPr/>
        </p:nvSpPr>
        <p:spPr>
          <a:xfrm>
            <a:off x="3221750" y="2880425"/>
            <a:ext cx="1267200" cy="3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GB" sz="1300" u="none" cap="none" strike="noStrike">
                <a:solidFill>
                  <a:schemeClr val="accent1"/>
                </a:solidFill>
                <a:latin typeface="Lato"/>
                <a:ea typeface="Lato"/>
                <a:cs typeface="Lato"/>
                <a:sym typeface="Lato"/>
              </a:rPr>
              <a:t>Validate</a:t>
            </a:r>
            <a:endParaRPr b="0" i="0" sz="1300" u="none" cap="none" strike="noStrike">
              <a:solidFill>
                <a:schemeClr val="accent1"/>
              </a:solidFill>
              <a:latin typeface="Lato"/>
              <a:ea typeface="Lato"/>
              <a:cs typeface="Lato"/>
              <a:sym typeface="Lato"/>
            </a:endParaRPr>
          </a:p>
        </p:txBody>
      </p:sp>
      <p:sp>
        <p:nvSpPr>
          <p:cNvPr id="221" name="Google Shape;221;g2ee5135832c_0_172"/>
          <p:cNvSpPr txBox="1"/>
          <p:nvPr>
            <p:ph type="title"/>
          </p:nvPr>
        </p:nvSpPr>
        <p:spPr>
          <a:xfrm>
            <a:off x="199954" y="97184"/>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HROM</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
        <p:nvSpPr>
          <p:cNvPr id="222" name="Google Shape;222;g2ee5135832c_0_172"/>
          <p:cNvSpPr txBox="1"/>
          <p:nvPr/>
        </p:nvSpPr>
        <p:spPr>
          <a:xfrm>
            <a:off x="754050" y="3613625"/>
            <a:ext cx="5258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lang="en-GB" sz="2300">
                <a:solidFill>
                  <a:schemeClr val="dk2"/>
                </a:solidFill>
                <a:latin typeface="Lato"/>
                <a:ea typeface="Lato"/>
                <a:cs typeface="Lato"/>
                <a:sym typeface="Lato"/>
              </a:rPr>
              <a:t>rom_stages_to_train:[“ROM”]</a:t>
            </a:r>
            <a:endParaRPr b="1" i="0" sz="2300" u="none" cap="none" strike="noStrike">
              <a:solidFill>
                <a:schemeClr val="dk2"/>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2ee5135832c_0_427"/>
          <p:cNvSpPr txBox="1"/>
          <p:nvPr>
            <p:ph type="title"/>
          </p:nvPr>
        </p:nvSpPr>
        <p:spPr>
          <a:xfrm>
            <a:off x="199954" y="97184"/>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HROM</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pic>
        <p:nvPicPr>
          <p:cNvPr descr="A green square with black text&#10;&#10;Description automatically generated" id="229" name="Google Shape;229;g2ee5135832c_0_427"/>
          <p:cNvPicPr preferRelativeResize="0"/>
          <p:nvPr/>
        </p:nvPicPr>
        <p:blipFill rotWithShape="1">
          <a:blip r:embed="rId3">
            <a:alphaModFix/>
          </a:blip>
          <a:srcRect b="0" l="0" r="0" t="0"/>
          <a:stretch/>
        </p:blipFill>
        <p:spPr>
          <a:xfrm>
            <a:off x="2829127" y="931340"/>
            <a:ext cx="1938087" cy="1624575"/>
          </a:xfrm>
          <a:prstGeom prst="rect">
            <a:avLst/>
          </a:prstGeom>
          <a:noFill/>
          <a:ln>
            <a:noFill/>
          </a:ln>
        </p:spPr>
      </p:pic>
      <p:pic>
        <p:nvPicPr>
          <p:cNvPr descr="A picture containing text&#10;&#10;Description automatically generated" id="230" name="Google Shape;230;g2ee5135832c_0_427"/>
          <p:cNvPicPr preferRelativeResize="0"/>
          <p:nvPr/>
        </p:nvPicPr>
        <p:blipFill rotWithShape="1">
          <a:blip r:embed="rId4">
            <a:alphaModFix/>
          </a:blip>
          <a:srcRect b="0" l="0" r="0" t="0"/>
          <a:stretch/>
        </p:blipFill>
        <p:spPr>
          <a:xfrm>
            <a:off x="7915760" y="916142"/>
            <a:ext cx="336199" cy="1643321"/>
          </a:xfrm>
          <a:prstGeom prst="rect">
            <a:avLst/>
          </a:prstGeom>
          <a:noFill/>
          <a:ln>
            <a:noFill/>
          </a:ln>
        </p:spPr>
      </p:pic>
      <p:pic>
        <p:nvPicPr>
          <p:cNvPr id="231" name="Google Shape;231;g2ee5135832c_0_427"/>
          <p:cNvPicPr preferRelativeResize="0"/>
          <p:nvPr/>
        </p:nvPicPr>
        <p:blipFill rotWithShape="1">
          <a:blip r:embed="rId5">
            <a:alphaModFix/>
          </a:blip>
          <a:srcRect b="0" l="0" r="0" t="0"/>
          <a:stretch/>
        </p:blipFill>
        <p:spPr>
          <a:xfrm>
            <a:off x="5826766" y="1725896"/>
            <a:ext cx="158211" cy="18745"/>
          </a:xfrm>
          <a:prstGeom prst="rect">
            <a:avLst/>
          </a:prstGeom>
          <a:noFill/>
          <a:ln>
            <a:noFill/>
          </a:ln>
        </p:spPr>
      </p:pic>
      <p:pic>
        <p:nvPicPr>
          <p:cNvPr descr="A picture containing chart&#10;&#10;Description automatically generated" id="232" name="Google Shape;232;g2ee5135832c_0_427"/>
          <p:cNvPicPr preferRelativeResize="0"/>
          <p:nvPr/>
        </p:nvPicPr>
        <p:blipFill rotWithShape="1">
          <a:blip r:embed="rId6">
            <a:alphaModFix/>
          </a:blip>
          <a:srcRect b="0" l="0" r="0" t="0"/>
          <a:stretch/>
        </p:blipFill>
        <p:spPr>
          <a:xfrm>
            <a:off x="4795185" y="930496"/>
            <a:ext cx="626253" cy="1599582"/>
          </a:xfrm>
          <a:prstGeom prst="rect">
            <a:avLst/>
          </a:prstGeom>
          <a:noFill/>
          <a:ln>
            <a:noFill/>
          </a:ln>
        </p:spPr>
      </p:pic>
      <p:pic>
        <p:nvPicPr>
          <p:cNvPr descr="A picture containing text&#10;&#10;Description automatically generated" id="233" name="Google Shape;233;g2ee5135832c_0_427"/>
          <p:cNvPicPr preferRelativeResize="0"/>
          <p:nvPr/>
        </p:nvPicPr>
        <p:blipFill rotWithShape="1">
          <a:blip r:embed="rId7">
            <a:alphaModFix/>
          </a:blip>
          <a:srcRect b="0" l="0" r="0" t="0"/>
          <a:stretch/>
        </p:blipFill>
        <p:spPr>
          <a:xfrm>
            <a:off x="833135" y="932269"/>
            <a:ext cx="1898535" cy="418640"/>
          </a:xfrm>
          <a:prstGeom prst="rect">
            <a:avLst/>
          </a:prstGeom>
          <a:noFill/>
          <a:ln>
            <a:noFill/>
          </a:ln>
        </p:spPr>
      </p:pic>
      <p:pic>
        <p:nvPicPr>
          <p:cNvPr descr="A picture containing text&#10;&#10;Description automatically generated" id="234" name="Google Shape;234;g2ee5135832c_0_427"/>
          <p:cNvPicPr preferRelativeResize="0"/>
          <p:nvPr/>
        </p:nvPicPr>
        <p:blipFill rotWithShape="1">
          <a:blip r:embed="rId7">
            <a:alphaModFix/>
          </a:blip>
          <a:srcRect b="0" l="0" r="0" t="0"/>
          <a:stretch/>
        </p:blipFill>
        <p:spPr>
          <a:xfrm>
            <a:off x="5985690" y="918759"/>
            <a:ext cx="1898535" cy="418640"/>
          </a:xfrm>
          <a:prstGeom prst="rect">
            <a:avLst/>
          </a:prstGeom>
          <a:noFill/>
          <a:ln>
            <a:noFill/>
          </a:ln>
        </p:spPr>
      </p:pic>
      <p:pic>
        <p:nvPicPr>
          <p:cNvPr id="235" name="Google Shape;235;g2ee5135832c_0_427"/>
          <p:cNvPicPr preferRelativeResize="0"/>
          <p:nvPr/>
        </p:nvPicPr>
        <p:blipFill rotWithShape="1">
          <a:blip r:embed="rId8">
            <a:alphaModFix/>
          </a:blip>
          <a:srcRect b="0" l="0" r="0" t="0"/>
          <a:stretch/>
        </p:blipFill>
        <p:spPr>
          <a:xfrm>
            <a:off x="5407364" y="928639"/>
            <a:ext cx="290054" cy="412392"/>
          </a:xfrm>
          <a:prstGeom prst="rect">
            <a:avLst/>
          </a:prstGeom>
          <a:noFill/>
          <a:ln>
            <a:noFill/>
          </a:ln>
        </p:spPr>
      </p:pic>
      <p:pic>
        <p:nvPicPr>
          <p:cNvPr id="236" name="Google Shape;236;g2ee5135832c_0_427"/>
          <p:cNvPicPr preferRelativeResize="0"/>
          <p:nvPr/>
        </p:nvPicPr>
        <p:blipFill rotWithShape="1">
          <a:blip r:embed="rId9">
            <a:alphaModFix/>
          </a:blip>
          <a:srcRect b="0" l="0" r="0" t="0"/>
          <a:stretch/>
        </p:blipFill>
        <p:spPr>
          <a:xfrm>
            <a:off x="4060300" y="2490875"/>
            <a:ext cx="706931" cy="170575"/>
          </a:xfrm>
          <a:prstGeom prst="rect">
            <a:avLst/>
          </a:prstGeom>
          <a:noFill/>
          <a:ln>
            <a:noFill/>
          </a:ln>
        </p:spPr>
      </p:pic>
      <p:pic>
        <p:nvPicPr>
          <p:cNvPr id="237" name="Google Shape;237;g2ee5135832c_0_427"/>
          <p:cNvPicPr preferRelativeResize="0"/>
          <p:nvPr/>
        </p:nvPicPr>
        <p:blipFill rotWithShape="1">
          <a:blip r:embed="rId9">
            <a:alphaModFix/>
          </a:blip>
          <a:srcRect b="0" l="0" r="56480" t="0"/>
          <a:stretch/>
        </p:blipFill>
        <p:spPr>
          <a:xfrm>
            <a:off x="8124325" y="2471950"/>
            <a:ext cx="375957" cy="208450"/>
          </a:xfrm>
          <a:prstGeom prst="rect">
            <a:avLst/>
          </a:prstGeom>
          <a:noFill/>
          <a:ln>
            <a:noFill/>
          </a:ln>
        </p:spPr>
      </p:pic>
      <p:pic>
        <p:nvPicPr>
          <p:cNvPr id="238" name="Google Shape;238;g2ee5135832c_0_427"/>
          <p:cNvPicPr preferRelativeResize="0"/>
          <p:nvPr/>
        </p:nvPicPr>
        <p:blipFill rotWithShape="1">
          <a:blip r:embed="rId10">
            <a:alphaModFix/>
          </a:blip>
          <a:srcRect b="0" l="0" r="0" t="0"/>
          <a:stretch/>
        </p:blipFill>
        <p:spPr>
          <a:xfrm>
            <a:off x="5120425" y="2471938"/>
            <a:ext cx="863942" cy="208450"/>
          </a:xfrm>
          <a:prstGeom prst="rect">
            <a:avLst/>
          </a:prstGeom>
          <a:noFill/>
          <a:ln>
            <a:noFill/>
          </a:ln>
        </p:spPr>
      </p:pic>
      <p:pic>
        <p:nvPicPr>
          <p:cNvPr id="239" name="Google Shape;239;g2ee5135832c_0_427"/>
          <p:cNvPicPr preferRelativeResize="0"/>
          <p:nvPr/>
        </p:nvPicPr>
        <p:blipFill rotWithShape="1">
          <a:blip r:embed="rId10">
            <a:alphaModFix/>
          </a:blip>
          <a:srcRect b="0" l="68762" r="8603" t="0"/>
          <a:stretch/>
        </p:blipFill>
        <p:spPr>
          <a:xfrm>
            <a:off x="5605812" y="1268575"/>
            <a:ext cx="195527" cy="208450"/>
          </a:xfrm>
          <a:prstGeom prst="rect">
            <a:avLst/>
          </a:prstGeom>
          <a:noFill/>
          <a:ln>
            <a:noFill/>
          </a:ln>
        </p:spPr>
      </p:pic>
      <p:pic>
        <p:nvPicPr>
          <p:cNvPr id="240" name="Google Shape;240;g2ee5135832c_0_427"/>
          <p:cNvPicPr preferRelativeResize="0"/>
          <p:nvPr/>
        </p:nvPicPr>
        <p:blipFill rotWithShape="1">
          <a:blip r:embed="rId11">
            <a:alphaModFix/>
          </a:blip>
          <a:srcRect b="0" l="0" r="0" t="0"/>
          <a:stretch/>
        </p:blipFill>
        <p:spPr>
          <a:xfrm>
            <a:off x="2174575" y="1287513"/>
            <a:ext cx="654550" cy="170575"/>
          </a:xfrm>
          <a:prstGeom prst="rect">
            <a:avLst/>
          </a:prstGeom>
          <a:noFill/>
          <a:ln>
            <a:noFill/>
          </a:ln>
        </p:spPr>
      </p:pic>
      <p:pic>
        <p:nvPicPr>
          <p:cNvPr id="241" name="Google Shape;241;g2ee5135832c_0_427"/>
          <p:cNvPicPr preferRelativeResize="0"/>
          <p:nvPr/>
        </p:nvPicPr>
        <p:blipFill rotWithShape="1">
          <a:blip r:embed="rId11">
            <a:alphaModFix/>
          </a:blip>
          <a:srcRect b="0" l="0" r="0" t="0"/>
          <a:stretch/>
        </p:blipFill>
        <p:spPr>
          <a:xfrm>
            <a:off x="7261200" y="1268563"/>
            <a:ext cx="654550" cy="170575"/>
          </a:xfrm>
          <a:prstGeom prst="rect">
            <a:avLst/>
          </a:prstGeom>
          <a:noFill/>
          <a:ln>
            <a:noFill/>
          </a:ln>
        </p:spPr>
      </p:pic>
      <p:sp>
        <p:nvSpPr>
          <p:cNvPr id="242" name="Google Shape;242;g2ee5135832c_0_427"/>
          <p:cNvSpPr/>
          <p:nvPr/>
        </p:nvSpPr>
        <p:spPr>
          <a:xfrm>
            <a:off x="4248950" y="2827975"/>
            <a:ext cx="375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j</a:t>
            </a:r>
            <a:endParaRPr>
              <a:latin typeface="Lato"/>
              <a:ea typeface="Lato"/>
              <a:cs typeface="Lato"/>
              <a:sym typeface="Lato"/>
            </a:endParaRPr>
          </a:p>
        </p:txBody>
      </p:sp>
      <p:pic>
        <p:nvPicPr>
          <p:cNvPr id="243" name="Google Shape;243;g2ee5135832c_0_427"/>
          <p:cNvPicPr preferRelativeResize="0"/>
          <p:nvPr/>
        </p:nvPicPr>
        <p:blipFill rotWithShape="1">
          <a:blip r:embed="rId8">
            <a:alphaModFix/>
          </a:blip>
          <a:srcRect b="0" l="0" r="0" t="0"/>
          <a:stretch/>
        </p:blipFill>
        <p:spPr>
          <a:xfrm>
            <a:off x="4742389" y="2827964"/>
            <a:ext cx="290054" cy="412392"/>
          </a:xfrm>
          <a:prstGeom prst="rect">
            <a:avLst/>
          </a:prstGeom>
          <a:noFill/>
          <a:ln>
            <a:noFill/>
          </a:ln>
        </p:spPr>
      </p:pic>
      <p:sp>
        <p:nvSpPr>
          <p:cNvPr id="244" name="Google Shape;244;g2ee5135832c_0_427"/>
          <p:cNvSpPr/>
          <p:nvPr/>
        </p:nvSpPr>
        <p:spPr>
          <a:xfrm>
            <a:off x="5243400" y="2827975"/>
            <a:ext cx="249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r</a:t>
            </a:r>
            <a:endParaRPr>
              <a:latin typeface="Lato"/>
              <a:ea typeface="Lato"/>
              <a:cs typeface="Lato"/>
              <a:sym typeface="Lato"/>
            </a:endParaRPr>
          </a:p>
        </p:txBody>
      </p:sp>
      <p:sp>
        <p:nvSpPr>
          <p:cNvPr id="245" name="Google Shape;245;g2ee5135832c_0_427"/>
          <p:cNvSpPr txBox="1"/>
          <p:nvPr/>
        </p:nvSpPr>
        <p:spPr>
          <a:xfrm>
            <a:off x="4951550" y="2827975"/>
            <a:ext cx="249900" cy="4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p:txBody>
      </p:sp>
      <p:pic>
        <p:nvPicPr>
          <p:cNvPr id="246" name="Google Shape;246;g2ee5135832c_0_427"/>
          <p:cNvPicPr preferRelativeResize="0"/>
          <p:nvPr/>
        </p:nvPicPr>
        <p:blipFill rotWithShape="1">
          <a:blip r:embed="rId10">
            <a:alphaModFix/>
          </a:blip>
          <a:srcRect b="0" l="68762" r="8603" t="0"/>
          <a:stretch/>
        </p:blipFill>
        <p:spPr>
          <a:xfrm>
            <a:off x="5535262" y="3159513"/>
            <a:ext cx="195527" cy="208450"/>
          </a:xfrm>
          <a:prstGeom prst="rect">
            <a:avLst/>
          </a:prstGeom>
          <a:noFill/>
          <a:ln>
            <a:noFill/>
          </a:ln>
        </p:spPr>
      </p:pic>
      <p:pic>
        <p:nvPicPr>
          <p:cNvPr id="247" name="Google Shape;247;g2ee5135832c_0_427"/>
          <p:cNvPicPr preferRelativeResize="0"/>
          <p:nvPr/>
        </p:nvPicPr>
        <p:blipFill rotWithShape="1">
          <a:blip r:embed="rId11">
            <a:alphaModFix/>
          </a:blip>
          <a:srcRect b="0" l="0" r="27017" t="0"/>
          <a:stretch/>
        </p:blipFill>
        <p:spPr>
          <a:xfrm>
            <a:off x="4372500" y="3178450"/>
            <a:ext cx="477706" cy="170575"/>
          </a:xfrm>
          <a:prstGeom prst="rect">
            <a:avLst/>
          </a:prstGeom>
          <a:noFill/>
          <a:ln>
            <a:noFill/>
          </a:ln>
        </p:spPr>
      </p:pic>
      <p:pic>
        <p:nvPicPr>
          <p:cNvPr id="248" name="Google Shape;248;g2ee5135832c_0_427"/>
          <p:cNvPicPr preferRelativeResize="0"/>
          <p:nvPr/>
        </p:nvPicPr>
        <p:blipFill rotWithShape="1">
          <a:blip r:embed="rId10">
            <a:alphaModFix/>
          </a:blip>
          <a:srcRect b="0" l="68762" r="8603" t="0"/>
          <a:stretch/>
        </p:blipFill>
        <p:spPr>
          <a:xfrm>
            <a:off x="4982287" y="3159488"/>
            <a:ext cx="195527" cy="208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2ee5135832c_0_466"/>
          <p:cNvSpPr txBox="1"/>
          <p:nvPr>
            <p:ph type="title"/>
          </p:nvPr>
        </p:nvSpPr>
        <p:spPr>
          <a:xfrm>
            <a:off x="199954" y="97184"/>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HROM</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pic>
        <p:nvPicPr>
          <p:cNvPr descr="A green square with black text&#10;&#10;Description automatically generated" id="255" name="Google Shape;255;g2ee5135832c_0_466"/>
          <p:cNvPicPr preferRelativeResize="0"/>
          <p:nvPr/>
        </p:nvPicPr>
        <p:blipFill rotWithShape="1">
          <a:blip r:embed="rId3">
            <a:alphaModFix/>
          </a:blip>
          <a:srcRect b="0" l="0" r="0" t="0"/>
          <a:stretch/>
        </p:blipFill>
        <p:spPr>
          <a:xfrm>
            <a:off x="2829127" y="931340"/>
            <a:ext cx="1938087" cy="1624575"/>
          </a:xfrm>
          <a:prstGeom prst="rect">
            <a:avLst/>
          </a:prstGeom>
          <a:noFill/>
          <a:ln>
            <a:noFill/>
          </a:ln>
        </p:spPr>
      </p:pic>
      <p:pic>
        <p:nvPicPr>
          <p:cNvPr descr="A picture containing text&#10;&#10;Description automatically generated" id="256" name="Google Shape;256;g2ee5135832c_0_466"/>
          <p:cNvPicPr preferRelativeResize="0"/>
          <p:nvPr/>
        </p:nvPicPr>
        <p:blipFill rotWithShape="1">
          <a:blip r:embed="rId4">
            <a:alphaModFix/>
          </a:blip>
          <a:srcRect b="0" l="0" r="0" t="0"/>
          <a:stretch/>
        </p:blipFill>
        <p:spPr>
          <a:xfrm>
            <a:off x="7915760" y="916142"/>
            <a:ext cx="336199" cy="1643321"/>
          </a:xfrm>
          <a:prstGeom prst="rect">
            <a:avLst/>
          </a:prstGeom>
          <a:noFill/>
          <a:ln>
            <a:noFill/>
          </a:ln>
        </p:spPr>
      </p:pic>
      <p:pic>
        <p:nvPicPr>
          <p:cNvPr id="257" name="Google Shape;257;g2ee5135832c_0_466"/>
          <p:cNvPicPr preferRelativeResize="0"/>
          <p:nvPr/>
        </p:nvPicPr>
        <p:blipFill rotWithShape="1">
          <a:blip r:embed="rId5">
            <a:alphaModFix/>
          </a:blip>
          <a:srcRect b="0" l="0" r="0" t="0"/>
          <a:stretch/>
        </p:blipFill>
        <p:spPr>
          <a:xfrm>
            <a:off x="5826766" y="1725896"/>
            <a:ext cx="158211" cy="18745"/>
          </a:xfrm>
          <a:prstGeom prst="rect">
            <a:avLst/>
          </a:prstGeom>
          <a:noFill/>
          <a:ln>
            <a:noFill/>
          </a:ln>
        </p:spPr>
      </p:pic>
      <p:pic>
        <p:nvPicPr>
          <p:cNvPr descr="A picture containing chart&#10;&#10;Description automatically generated" id="258" name="Google Shape;258;g2ee5135832c_0_466"/>
          <p:cNvPicPr preferRelativeResize="0"/>
          <p:nvPr/>
        </p:nvPicPr>
        <p:blipFill rotWithShape="1">
          <a:blip r:embed="rId6">
            <a:alphaModFix/>
          </a:blip>
          <a:srcRect b="0" l="0" r="0" t="0"/>
          <a:stretch/>
        </p:blipFill>
        <p:spPr>
          <a:xfrm>
            <a:off x="4795185" y="930496"/>
            <a:ext cx="626253" cy="1599582"/>
          </a:xfrm>
          <a:prstGeom prst="rect">
            <a:avLst/>
          </a:prstGeom>
          <a:noFill/>
          <a:ln>
            <a:noFill/>
          </a:ln>
        </p:spPr>
      </p:pic>
      <p:pic>
        <p:nvPicPr>
          <p:cNvPr descr="A picture containing text&#10;&#10;Description automatically generated" id="259" name="Google Shape;259;g2ee5135832c_0_466"/>
          <p:cNvPicPr preferRelativeResize="0"/>
          <p:nvPr/>
        </p:nvPicPr>
        <p:blipFill rotWithShape="1">
          <a:blip r:embed="rId7">
            <a:alphaModFix/>
          </a:blip>
          <a:srcRect b="0" l="0" r="0" t="0"/>
          <a:stretch/>
        </p:blipFill>
        <p:spPr>
          <a:xfrm>
            <a:off x="833135" y="932269"/>
            <a:ext cx="1898535" cy="418640"/>
          </a:xfrm>
          <a:prstGeom prst="rect">
            <a:avLst/>
          </a:prstGeom>
          <a:noFill/>
          <a:ln>
            <a:noFill/>
          </a:ln>
        </p:spPr>
      </p:pic>
      <p:pic>
        <p:nvPicPr>
          <p:cNvPr descr="A picture containing text&#10;&#10;Description automatically generated" id="260" name="Google Shape;260;g2ee5135832c_0_466"/>
          <p:cNvPicPr preferRelativeResize="0"/>
          <p:nvPr/>
        </p:nvPicPr>
        <p:blipFill rotWithShape="1">
          <a:blip r:embed="rId7">
            <a:alphaModFix/>
          </a:blip>
          <a:srcRect b="0" l="0" r="0" t="0"/>
          <a:stretch/>
        </p:blipFill>
        <p:spPr>
          <a:xfrm>
            <a:off x="5985690" y="918759"/>
            <a:ext cx="1898535" cy="418640"/>
          </a:xfrm>
          <a:prstGeom prst="rect">
            <a:avLst/>
          </a:prstGeom>
          <a:noFill/>
          <a:ln>
            <a:noFill/>
          </a:ln>
        </p:spPr>
      </p:pic>
      <p:pic>
        <p:nvPicPr>
          <p:cNvPr id="261" name="Google Shape;261;g2ee5135832c_0_466"/>
          <p:cNvPicPr preferRelativeResize="0"/>
          <p:nvPr/>
        </p:nvPicPr>
        <p:blipFill rotWithShape="1">
          <a:blip r:embed="rId8">
            <a:alphaModFix/>
          </a:blip>
          <a:srcRect b="0" l="0" r="0" t="0"/>
          <a:stretch/>
        </p:blipFill>
        <p:spPr>
          <a:xfrm>
            <a:off x="5407364" y="928639"/>
            <a:ext cx="290054" cy="412392"/>
          </a:xfrm>
          <a:prstGeom prst="rect">
            <a:avLst/>
          </a:prstGeom>
          <a:noFill/>
          <a:ln>
            <a:noFill/>
          </a:ln>
        </p:spPr>
      </p:pic>
      <p:pic>
        <p:nvPicPr>
          <p:cNvPr id="262" name="Google Shape;262;g2ee5135832c_0_466"/>
          <p:cNvPicPr preferRelativeResize="0"/>
          <p:nvPr/>
        </p:nvPicPr>
        <p:blipFill rotWithShape="1">
          <a:blip r:embed="rId9">
            <a:alphaModFix/>
          </a:blip>
          <a:srcRect b="0" l="0" r="0" t="0"/>
          <a:stretch/>
        </p:blipFill>
        <p:spPr>
          <a:xfrm>
            <a:off x="4060300" y="2490875"/>
            <a:ext cx="706931" cy="170575"/>
          </a:xfrm>
          <a:prstGeom prst="rect">
            <a:avLst/>
          </a:prstGeom>
          <a:noFill/>
          <a:ln>
            <a:noFill/>
          </a:ln>
        </p:spPr>
      </p:pic>
      <p:pic>
        <p:nvPicPr>
          <p:cNvPr id="263" name="Google Shape;263;g2ee5135832c_0_466"/>
          <p:cNvPicPr preferRelativeResize="0"/>
          <p:nvPr/>
        </p:nvPicPr>
        <p:blipFill rotWithShape="1">
          <a:blip r:embed="rId9">
            <a:alphaModFix/>
          </a:blip>
          <a:srcRect b="0" l="0" r="56480" t="0"/>
          <a:stretch/>
        </p:blipFill>
        <p:spPr>
          <a:xfrm>
            <a:off x="8124325" y="2471950"/>
            <a:ext cx="375957" cy="208450"/>
          </a:xfrm>
          <a:prstGeom prst="rect">
            <a:avLst/>
          </a:prstGeom>
          <a:noFill/>
          <a:ln>
            <a:noFill/>
          </a:ln>
        </p:spPr>
      </p:pic>
      <p:pic>
        <p:nvPicPr>
          <p:cNvPr id="264" name="Google Shape;264;g2ee5135832c_0_466"/>
          <p:cNvPicPr preferRelativeResize="0"/>
          <p:nvPr/>
        </p:nvPicPr>
        <p:blipFill rotWithShape="1">
          <a:blip r:embed="rId10">
            <a:alphaModFix/>
          </a:blip>
          <a:srcRect b="0" l="0" r="0" t="0"/>
          <a:stretch/>
        </p:blipFill>
        <p:spPr>
          <a:xfrm>
            <a:off x="5120425" y="2471938"/>
            <a:ext cx="863942" cy="208450"/>
          </a:xfrm>
          <a:prstGeom prst="rect">
            <a:avLst/>
          </a:prstGeom>
          <a:noFill/>
          <a:ln>
            <a:noFill/>
          </a:ln>
        </p:spPr>
      </p:pic>
      <p:pic>
        <p:nvPicPr>
          <p:cNvPr id="265" name="Google Shape;265;g2ee5135832c_0_466"/>
          <p:cNvPicPr preferRelativeResize="0"/>
          <p:nvPr/>
        </p:nvPicPr>
        <p:blipFill rotWithShape="1">
          <a:blip r:embed="rId10">
            <a:alphaModFix/>
          </a:blip>
          <a:srcRect b="0" l="68762" r="8603" t="0"/>
          <a:stretch/>
        </p:blipFill>
        <p:spPr>
          <a:xfrm>
            <a:off x="5605812" y="1268575"/>
            <a:ext cx="195527" cy="208450"/>
          </a:xfrm>
          <a:prstGeom prst="rect">
            <a:avLst/>
          </a:prstGeom>
          <a:noFill/>
          <a:ln>
            <a:noFill/>
          </a:ln>
        </p:spPr>
      </p:pic>
      <p:pic>
        <p:nvPicPr>
          <p:cNvPr id="266" name="Google Shape;266;g2ee5135832c_0_466"/>
          <p:cNvPicPr preferRelativeResize="0"/>
          <p:nvPr/>
        </p:nvPicPr>
        <p:blipFill rotWithShape="1">
          <a:blip r:embed="rId11">
            <a:alphaModFix/>
          </a:blip>
          <a:srcRect b="0" l="0" r="0" t="0"/>
          <a:stretch/>
        </p:blipFill>
        <p:spPr>
          <a:xfrm>
            <a:off x="2174575" y="1287513"/>
            <a:ext cx="654550" cy="170575"/>
          </a:xfrm>
          <a:prstGeom prst="rect">
            <a:avLst/>
          </a:prstGeom>
          <a:noFill/>
          <a:ln>
            <a:noFill/>
          </a:ln>
        </p:spPr>
      </p:pic>
      <p:pic>
        <p:nvPicPr>
          <p:cNvPr id="267" name="Google Shape;267;g2ee5135832c_0_466"/>
          <p:cNvPicPr preferRelativeResize="0"/>
          <p:nvPr/>
        </p:nvPicPr>
        <p:blipFill rotWithShape="1">
          <a:blip r:embed="rId11">
            <a:alphaModFix/>
          </a:blip>
          <a:srcRect b="0" l="0" r="0" t="0"/>
          <a:stretch/>
        </p:blipFill>
        <p:spPr>
          <a:xfrm>
            <a:off x="7261200" y="1268563"/>
            <a:ext cx="654550" cy="170575"/>
          </a:xfrm>
          <a:prstGeom prst="rect">
            <a:avLst/>
          </a:prstGeom>
          <a:noFill/>
          <a:ln>
            <a:noFill/>
          </a:ln>
        </p:spPr>
      </p:pic>
      <p:sp>
        <p:nvSpPr>
          <p:cNvPr id="268" name="Google Shape;268;g2ee5135832c_0_466"/>
          <p:cNvSpPr/>
          <p:nvPr/>
        </p:nvSpPr>
        <p:spPr>
          <a:xfrm>
            <a:off x="1405100" y="2956000"/>
            <a:ext cx="1611900" cy="159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 name="Google Shape;269;g2ee5135832c_0_466"/>
          <p:cNvSpPr/>
          <p:nvPr/>
        </p:nvSpPr>
        <p:spPr>
          <a:xfrm>
            <a:off x="1405100" y="29560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0" name="Google Shape;270;g2ee5135832c_0_466"/>
          <p:cNvSpPr/>
          <p:nvPr/>
        </p:nvSpPr>
        <p:spPr>
          <a:xfrm>
            <a:off x="1557500" y="31084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 name="Google Shape;271;g2ee5135832c_0_466"/>
          <p:cNvSpPr/>
          <p:nvPr/>
        </p:nvSpPr>
        <p:spPr>
          <a:xfrm>
            <a:off x="1709900" y="32608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2" name="Google Shape;272;g2ee5135832c_0_466"/>
          <p:cNvSpPr/>
          <p:nvPr/>
        </p:nvSpPr>
        <p:spPr>
          <a:xfrm>
            <a:off x="1862300" y="34132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3" name="Google Shape;273;g2ee5135832c_0_466"/>
          <p:cNvSpPr/>
          <p:nvPr/>
        </p:nvSpPr>
        <p:spPr>
          <a:xfrm>
            <a:off x="2014700" y="35656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4" name="Google Shape;274;g2ee5135832c_0_466"/>
          <p:cNvSpPr/>
          <p:nvPr/>
        </p:nvSpPr>
        <p:spPr>
          <a:xfrm>
            <a:off x="2167100" y="37180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5" name="Google Shape;275;g2ee5135832c_0_466"/>
          <p:cNvSpPr/>
          <p:nvPr/>
        </p:nvSpPr>
        <p:spPr>
          <a:xfrm>
            <a:off x="2319500" y="38704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 name="Google Shape;276;g2ee5135832c_0_466"/>
          <p:cNvSpPr/>
          <p:nvPr/>
        </p:nvSpPr>
        <p:spPr>
          <a:xfrm>
            <a:off x="2471900" y="40228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7" name="Google Shape;277;g2ee5135832c_0_466"/>
          <p:cNvSpPr/>
          <p:nvPr/>
        </p:nvSpPr>
        <p:spPr>
          <a:xfrm>
            <a:off x="2624300" y="41752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8" name="Google Shape;278;g2ee5135832c_0_466"/>
          <p:cNvSpPr/>
          <p:nvPr/>
        </p:nvSpPr>
        <p:spPr>
          <a:xfrm>
            <a:off x="2776700" y="43276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9" name="Google Shape;279;g2ee5135832c_0_466"/>
          <p:cNvSpPr txBox="1"/>
          <p:nvPr/>
        </p:nvSpPr>
        <p:spPr>
          <a:xfrm>
            <a:off x="1857650" y="4667925"/>
            <a:ext cx="7068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Global</a:t>
            </a:r>
            <a:endParaRPr sz="1300">
              <a:solidFill>
                <a:schemeClr val="accent1"/>
              </a:solidFill>
              <a:latin typeface="Lato"/>
              <a:ea typeface="Lato"/>
              <a:cs typeface="Lato"/>
              <a:sym typeface="Lato"/>
            </a:endParaRPr>
          </a:p>
        </p:txBody>
      </p:sp>
      <p:sp>
        <p:nvSpPr>
          <p:cNvPr id="280" name="Google Shape;280;g2ee5135832c_0_466"/>
          <p:cNvSpPr/>
          <p:nvPr/>
        </p:nvSpPr>
        <p:spPr>
          <a:xfrm>
            <a:off x="4248950" y="2827975"/>
            <a:ext cx="375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j</a:t>
            </a:r>
            <a:endParaRPr>
              <a:latin typeface="Lato"/>
              <a:ea typeface="Lato"/>
              <a:cs typeface="Lato"/>
              <a:sym typeface="Lato"/>
            </a:endParaRPr>
          </a:p>
        </p:txBody>
      </p:sp>
      <p:pic>
        <p:nvPicPr>
          <p:cNvPr id="281" name="Google Shape;281;g2ee5135832c_0_466"/>
          <p:cNvPicPr preferRelativeResize="0"/>
          <p:nvPr/>
        </p:nvPicPr>
        <p:blipFill rotWithShape="1">
          <a:blip r:embed="rId8">
            <a:alphaModFix/>
          </a:blip>
          <a:srcRect b="0" l="0" r="0" t="0"/>
          <a:stretch/>
        </p:blipFill>
        <p:spPr>
          <a:xfrm>
            <a:off x="4742389" y="2827964"/>
            <a:ext cx="290054" cy="412392"/>
          </a:xfrm>
          <a:prstGeom prst="rect">
            <a:avLst/>
          </a:prstGeom>
          <a:noFill/>
          <a:ln>
            <a:noFill/>
          </a:ln>
        </p:spPr>
      </p:pic>
      <p:sp>
        <p:nvSpPr>
          <p:cNvPr id="282" name="Google Shape;282;g2ee5135832c_0_466"/>
          <p:cNvSpPr/>
          <p:nvPr/>
        </p:nvSpPr>
        <p:spPr>
          <a:xfrm>
            <a:off x="5243400" y="2827975"/>
            <a:ext cx="249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r</a:t>
            </a:r>
            <a:endParaRPr>
              <a:latin typeface="Lato"/>
              <a:ea typeface="Lato"/>
              <a:cs typeface="Lato"/>
              <a:sym typeface="Lato"/>
            </a:endParaRPr>
          </a:p>
        </p:txBody>
      </p:sp>
      <p:sp>
        <p:nvSpPr>
          <p:cNvPr id="283" name="Google Shape;283;g2ee5135832c_0_466"/>
          <p:cNvSpPr txBox="1"/>
          <p:nvPr/>
        </p:nvSpPr>
        <p:spPr>
          <a:xfrm>
            <a:off x="4951550" y="2827975"/>
            <a:ext cx="249900" cy="4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p:txBody>
      </p:sp>
      <p:pic>
        <p:nvPicPr>
          <p:cNvPr id="284" name="Google Shape;284;g2ee5135832c_0_466"/>
          <p:cNvPicPr preferRelativeResize="0"/>
          <p:nvPr/>
        </p:nvPicPr>
        <p:blipFill rotWithShape="1">
          <a:blip r:embed="rId10">
            <a:alphaModFix/>
          </a:blip>
          <a:srcRect b="0" l="68762" r="8603" t="0"/>
          <a:stretch/>
        </p:blipFill>
        <p:spPr>
          <a:xfrm>
            <a:off x="5535262" y="3159513"/>
            <a:ext cx="195527" cy="208450"/>
          </a:xfrm>
          <a:prstGeom prst="rect">
            <a:avLst/>
          </a:prstGeom>
          <a:noFill/>
          <a:ln>
            <a:noFill/>
          </a:ln>
        </p:spPr>
      </p:pic>
      <p:pic>
        <p:nvPicPr>
          <p:cNvPr id="285" name="Google Shape;285;g2ee5135832c_0_466"/>
          <p:cNvPicPr preferRelativeResize="0"/>
          <p:nvPr/>
        </p:nvPicPr>
        <p:blipFill rotWithShape="1">
          <a:blip r:embed="rId11">
            <a:alphaModFix/>
          </a:blip>
          <a:srcRect b="0" l="0" r="27017" t="0"/>
          <a:stretch/>
        </p:blipFill>
        <p:spPr>
          <a:xfrm>
            <a:off x="4372500" y="3178450"/>
            <a:ext cx="477706" cy="170575"/>
          </a:xfrm>
          <a:prstGeom prst="rect">
            <a:avLst/>
          </a:prstGeom>
          <a:noFill/>
          <a:ln>
            <a:noFill/>
          </a:ln>
        </p:spPr>
      </p:pic>
      <p:pic>
        <p:nvPicPr>
          <p:cNvPr id="286" name="Google Shape;286;g2ee5135832c_0_466"/>
          <p:cNvPicPr preferRelativeResize="0"/>
          <p:nvPr/>
        </p:nvPicPr>
        <p:blipFill rotWithShape="1">
          <a:blip r:embed="rId10">
            <a:alphaModFix/>
          </a:blip>
          <a:srcRect b="0" l="68762" r="8603" t="0"/>
          <a:stretch/>
        </p:blipFill>
        <p:spPr>
          <a:xfrm>
            <a:off x="4982287" y="3159488"/>
            <a:ext cx="195527" cy="208450"/>
          </a:xfrm>
          <a:prstGeom prst="rect">
            <a:avLst/>
          </a:prstGeom>
          <a:noFill/>
          <a:ln>
            <a:noFill/>
          </a:ln>
        </p:spPr>
      </p:pic>
      <p:sp>
        <p:nvSpPr>
          <p:cNvPr id="287" name="Google Shape;287;g2ee5135832c_0_466"/>
          <p:cNvSpPr txBox="1"/>
          <p:nvPr/>
        </p:nvSpPr>
        <p:spPr>
          <a:xfrm>
            <a:off x="6698225" y="4779775"/>
            <a:ext cx="11859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Elemental</a:t>
            </a:r>
            <a:endParaRPr sz="1300">
              <a:solidFill>
                <a:schemeClr val="accent1"/>
              </a:solidFill>
              <a:latin typeface="Lato"/>
              <a:ea typeface="Lato"/>
              <a:cs typeface="Lato"/>
              <a:sym typeface="Lato"/>
            </a:endParaRPr>
          </a:p>
        </p:txBody>
      </p:sp>
      <p:sp>
        <p:nvSpPr>
          <p:cNvPr id="288" name="Google Shape;288;g2ee5135832c_0_466"/>
          <p:cNvSpPr/>
          <p:nvPr/>
        </p:nvSpPr>
        <p:spPr>
          <a:xfrm>
            <a:off x="6917300" y="3818800"/>
            <a:ext cx="412200" cy="41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2ee5135832c_0_510"/>
          <p:cNvSpPr txBox="1"/>
          <p:nvPr>
            <p:ph type="title"/>
          </p:nvPr>
        </p:nvSpPr>
        <p:spPr>
          <a:xfrm>
            <a:off x="199954" y="97184"/>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HROM</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pic>
        <p:nvPicPr>
          <p:cNvPr descr="A green square with black text&#10;&#10;Description automatically generated" id="295" name="Google Shape;295;g2ee5135832c_0_510"/>
          <p:cNvPicPr preferRelativeResize="0"/>
          <p:nvPr/>
        </p:nvPicPr>
        <p:blipFill rotWithShape="1">
          <a:blip r:embed="rId3">
            <a:alphaModFix/>
          </a:blip>
          <a:srcRect b="0" l="0" r="0" t="0"/>
          <a:stretch/>
        </p:blipFill>
        <p:spPr>
          <a:xfrm>
            <a:off x="2829127" y="931340"/>
            <a:ext cx="1938087" cy="1624575"/>
          </a:xfrm>
          <a:prstGeom prst="rect">
            <a:avLst/>
          </a:prstGeom>
          <a:noFill/>
          <a:ln>
            <a:noFill/>
          </a:ln>
        </p:spPr>
      </p:pic>
      <p:pic>
        <p:nvPicPr>
          <p:cNvPr descr="A picture containing text&#10;&#10;Description automatically generated" id="296" name="Google Shape;296;g2ee5135832c_0_510"/>
          <p:cNvPicPr preferRelativeResize="0"/>
          <p:nvPr/>
        </p:nvPicPr>
        <p:blipFill rotWithShape="1">
          <a:blip r:embed="rId4">
            <a:alphaModFix/>
          </a:blip>
          <a:srcRect b="0" l="0" r="0" t="0"/>
          <a:stretch/>
        </p:blipFill>
        <p:spPr>
          <a:xfrm>
            <a:off x="7915760" y="916142"/>
            <a:ext cx="336199" cy="1643321"/>
          </a:xfrm>
          <a:prstGeom prst="rect">
            <a:avLst/>
          </a:prstGeom>
          <a:noFill/>
          <a:ln>
            <a:noFill/>
          </a:ln>
        </p:spPr>
      </p:pic>
      <p:pic>
        <p:nvPicPr>
          <p:cNvPr id="297" name="Google Shape;297;g2ee5135832c_0_510"/>
          <p:cNvPicPr preferRelativeResize="0"/>
          <p:nvPr/>
        </p:nvPicPr>
        <p:blipFill rotWithShape="1">
          <a:blip r:embed="rId5">
            <a:alphaModFix/>
          </a:blip>
          <a:srcRect b="0" l="0" r="0" t="0"/>
          <a:stretch/>
        </p:blipFill>
        <p:spPr>
          <a:xfrm>
            <a:off x="5826766" y="1725896"/>
            <a:ext cx="158211" cy="18745"/>
          </a:xfrm>
          <a:prstGeom prst="rect">
            <a:avLst/>
          </a:prstGeom>
          <a:noFill/>
          <a:ln>
            <a:noFill/>
          </a:ln>
        </p:spPr>
      </p:pic>
      <p:pic>
        <p:nvPicPr>
          <p:cNvPr descr="A picture containing chart&#10;&#10;Description automatically generated" id="298" name="Google Shape;298;g2ee5135832c_0_510"/>
          <p:cNvPicPr preferRelativeResize="0"/>
          <p:nvPr/>
        </p:nvPicPr>
        <p:blipFill rotWithShape="1">
          <a:blip r:embed="rId6">
            <a:alphaModFix/>
          </a:blip>
          <a:srcRect b="0" l="0" r="0" t="0"/>
          <a:stretch/>
        </p:blipFill>
        <p:spPr>
          <a:xfrm>
            <a:off x="4795185" y="930496"/>
            <a:ext cx="626253" cy="1599582"/>
          </a:xfrm>
          <a:prstGeom prst="rect">
            <a:avLst/>
          </a:prstGeom>
          <a:noFill/>
          <a:ln>
            <a:noFill/>
          </a:ln>
        </p:spPr>
      </p:pic>
      <p:pic>
        <p:nvPicPr>
          <p:cNvPr descr="A picture containing text&#10;&#10;Description automatically generated" id="299" name="Google Shape;299;g2ee5135832c_0_510"/>
          <p:cNvPicPr preferRelativeResize="0"/>
          <p:nvPr/>
        </p:nvPicPr>
        <p:blipFill rotWithShape="1">
          <a:blip r:embed="rId7">
            <a:alphaModFix/>
          </a:blip>
          <a:srcRect b="0" l="0" r="0" t="0"/>
          <a:stretch/>
        </p:blipFill>
        <p:spPr>
          <a:xfrm>
            <a:off x="833135" y="932269"/>
            <a:ext cx="1898535" cy="418640"/>
          </a:xfrm>
          <a:prstGeom prst="rect">
            <a:avLst/>
          </a:prstGeom>
          <a:noFill/>
          <a:ln>
            <a:noFill/>
          </a:ln>
        </p:spPr>
      </p:pic>
      <p:pic>
        <p:nvPicPr>
          <p:cNvPr descr="A picture containing text&#10;&#10;Description automatically generated" id="300" name="Google Shape;300;g2ee5135832c_0_510"/>
          <p:cNvPicPr preferRelativeResize="0"/>
          <p:nvPr/>
        </p:nvPicPr>
        <p:blipFill rotWithShape="1">
          <a:blip r:embed="rId7">
            <a:alphaModFix/>
          </a:blip>
          <a:srcRect b="0" l="0" r="0" t="0"/>
          <a:stretch/>
        </p:blipFill>
        <p:spPr>
          <a:xfrm>
            <a:off x="5985690" y="918759"/>
            <a:ext cx="1898535" cy="418640"/>
          </a:xfrm>
          <a:prstGeom prst="rect">
            <a:avLst/>
          </a:prstGeom>
          <a:noFill/>
          <a:ln>
            <a:noFill/>
          </a:ln>
        </p:spPr>
      </p:pic>
      <p:pic>
        <p:nvPicPr>
          <p:cNvPr id="301" name="Google Shape;301;g2ee5135832c_0_510"/>
          <p:cNvPicPr preferRelativeResize="0"/>
          <p:nvPr/>
        </p:nvPicPr>
        <p:blipFill rotWithShape="1">
          <a:blip r:embed="rId8">
            <a:alphaModFix/>
          </a:blip>
          <a:srcRect b="0" l="0" r="0" t="0"/>
          <a:stretch/>
        </p:blipFill>
        <p:spPr>
          <a:xfrm>
            <a:off x="5407364" y="928639"/>
            <a:ext cx="290054" cy="412392"/>
          </a:xfrm>
          <a:prstGeom prst="rect">
            <a:avLst/>
          </a:prstGeom>
          <a:noFill/>
          <a:ln>
            <a:noFill/>
          </a:ln>
        </p:spPr>
      </p:pic>
      <p:pic>
        <p:nvPicPr>
          <p:cNvPr id="302" name="Google Shape;302;g2ee5135832c_0_510"/>
          <p:cNvPicPr preferRelativeResize="0"/>
          <p:nvPr/>
        </p:nvPicPr>
        <p:blipFill rotWithShape="1">
          <a:blip r:embed="rId9">
            <a:alphaModFix/>
          </a:blip>
          <a:srcRect b="0" l="0" r="0" t="0"/>
          <a:stretch/>
        </p:blipFill>
        <p:spPr>
          <a:xfrm>
            <a:off x="4060300" y="2490875"/>
            <a:ext cx="706931" cy="170575"/>
          </a:xfrm>
          <a:prstGeom prst="rect">
            <a:avLst/>
          </a:prstGeom>
          <a:noFill/>
          <a:ln>
            <a:noFill/>
          </a:ln>
        </p:spPr>
      </p:pic>
      <p:pic>
        <p:nvPicPr>
          <p:cNvPr id="303" name="Google Shape;303;g2ee5135832c_0_510"/>
          <p:cNvPicPr preferRelativeResize="0"/>
          <p:nvPr/>
        </p:nvPicPr>
        <p:blipFill rotWithShape="1">
          <a:blip r:embed="rId9">
            <a:alphaModFix/>
          </a:blip>
          <a:srcRect b="0" l="0" r="56480" t="0"/>
          <a:stretch/>
        </p:blipFill>
        <p:spPr>
          <a:xfrm>
            <a:off x="8124325" y="2471950"/>
            <a:ext cx="375957" cy="208450"/>
          </a:xfrm>
          <a:prstGeom prst="rect">
            <a:avLst/>
          </a:prstGeom>
          <a:noFill/>
          <a:ln>
            <a:noFill/>
          </a:ln>
        </p:spPr>
      </p:pic>
      <p:pic>
        <p:nvPicPr>
          <p:cNvPr id="304" name="Google Shape;304;g2ee5135832c_0_510"/>
          <p:cNvPicPr preferRelativeResize="0"/>
          <p:nvPr/>
        </p:nvPicPr>
        <p:blipFill rotWithShape="1">
          <a:blip r:embed="rId10">
            <a:alphaModFix/>
          </a:blip>
          <a:srcRect b="0" l="0" r="0" t="0"/>
          <a:stretch/>
        </p:blipFill>
        <p:spPr>
          <a:xfrm>
            <a:off x="5120425" y="2471938"/>
            <a:ext cx="863942" cy="208450"/>
          </a:xfrm>
          <a:prstGeom prst="rect">
            <a:avLst/>
          </a:prstGeom>
          <a:noFill/>
          <a:ln>
            <a:noFill/>
          </a:ln>
        </p:spPr>
      </p:pic>
      <p:pic>
        <p:nvPicPr>
          <p:cNvPr id="305" name="Google Shape;305;g2ee5135832c_0_510"/>
          <p:cNvPicPr preferRelativeResize="0"/>
          <p:nvPr/>
        </p:nvPicPr>
        <p:blipFill rotWithShape="1">
          <a:blip r:embed="rId10">
            <a:alphaModFix/>
          </a:blip>
          <a:srcRect b="0" l="68762" r="8603" t="0"/>
          <a:stretch/>
        </p:blipFill>
        <p:spPr>
          <a:xfrm>
            <a:off x="5605812" y="1268575"/>
            <a:ext cx="195527" cy="208450"/>
          </a:xfrm>
          <a:prstGeom prst="rect">
            <a:avLst/>
          </a:prstGeom>
          <a:noFill/>
          <a:ln>
            <a:noFill/>
          </a:ln>
        </p:spPr>
      </p:pic>
      <p:pic>
        <p:nvPicPr>
          <p:cNvPr id="306" name="Google Shape;306;g2ee5135832c_0_510"/>
          <p:cNvPicPr preferRelativeResize="0"/>
          <p:nvPr/>
        </p:nvPicPr>
        <p:blipFill rotWithShape="1">
          <a:blip r:embed="rId11">
            <a:alphaModFix/>
          </a:blip>
          <a:srcRect b="0" l="0" r="0" t="0"/>
          <a:stretch/>
        </p:blipFill>
        <p:spPr>
          <a:xfrm>
            <a:off x="2174575" y="1287513"/>
            <a:ext cx="654550" cy="170575"/>
          </a:xfrm>
          <a:prstGeom prst="rect">
            <a:avLst/>
          </a:prstGeom>
          <a:noFill/>
          <a:ln>
            <a:noFill/>
          </a:ln>
        </p:spPr>
      </p:pic>
      <p:pic>
        <p:nvPicPr>
          <p:cNvPr id="307" name="Google Shape;307;g2ee5135832c_0_510"/>
          <p:cNvPicPr preferRelativeResize="0"/>
          <p:nvPr/>
        </p:nvPicPr>
        <p:blipFill rotWithShape="1">
          <a:blip r:embed="rId11">
            <a:alphaModFix/>
          </a:blip>
          <a:srcRect b="0" l="0" r="0" t="0"/>
          <a:stretch/>
        </p:blipFill>
        <p:spPr>
          <a:xfrm>
            <a:off x="7261200" y="1268563"/>
            <a:ext cx="654550" cy="170575"/>
          </a:xfrm>
          <a:prstGeom prst="rect">
            <a:avLst/>
          </a:prstGeom>
          <a:noFill/>
          <a:ln>
            <a:noFill/>
          </a:ln>
        </p:spPr>
      </p:pic>
      <p:sp>
        <p:nvSpPr>
          <p:cNvPr id="308" name="Google Shape;308;g2ee5135832c_0_510"/>
          <p:cNvSpPr/>
          <p:nvPr/>
        </p:nvSpPr>
        <p:spPr>
          <a:xfrm>
            <a:off x="1405100" y="2956000"/>
            <a:ext cx="1611900" cy="159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9" name="Google Shape;309;g2ee5135832c_0_510"/>
          <p:cNvSpPr/>
          <p:nvPr/>
        </p:nvSpPr>
        <p:spPr>
          <a:xfrm>
            <a:off x="1405100" y="29560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0" name="Google Shape;310;g2ee5135832c_0_510"/>
          <p:cNvSpPr/>
          <p:nvPr/>
        </p:nvSpPr>
        <p:spPr>
          <a:xfrm>
            <a:off x="1557500" y="31084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1" name="Google Shape;311;g2ee5135832c_0_510"/>
          <p:cNvSpPr/>
          <p:nvPr/>
        </p:nvSpPr>
        <p:spPr>
          <a:xfrm>
            <a:off x="1709900" y="32608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2" name="Google Shape;312;g2ee5135832c_0_510"/>
          <p:cNvSpPr/>
          <p:nvPr/>
        </p:nvSpPr>
        <p:spPr>
          <a:xfrm>
            <a:off x="1862300" y="34132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3" name="Google Shape;313;g2ee5135832c_0_510"/>
          <p:cNvSpPr/>
          <p:nvPr/>
        </p:nvSpPr>
        <p:spPr>
          <a:xfrm>
            <a:off x="2014700" y="35656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4" name="Google Shape;314;g2ee5135832c_0_510"/>
          <p:cNvSpPr/>
          <p:nvPr/>
        </p:nvSpPr>
        <p:spPr>
          <a:xfrm>
            <a:off x="2167100" y="37180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5" name="Google Shape;315;g2ee5135832c_0_510"/>
          <p:cNvSpPr/>
          <p:nvPr/>
        </p:nvSpPr>
        <p:spPr>
          <a:xfrm>
            <a:off x="2319500" y="38704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6" name="Google Shape;316;g2ee5135832c_0_510"/>
          <p:cNvSpPr/>
          <p:nvPr/>
        </p:nvSpPr>
        <p:spPr>
          <a:xfrm>
            <a:off x="2471900" y="40228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7" name="Google Shape;317;g2ee5135832c_0_510"/>
          <p:cNvSpPr/>
          <p:nvPr/>
        </p:nvSpPr>
        <p:spPr>
          <a:xfrm>
            <a:off x="2624300" y="41752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8" name="Google Shape;318;g2ee5135832c_0_510"/>
          <p:cNvSpPr/>
          <p:nvPr/>
        </p:nvSpPr>
        <p:spPr>
          <a:xfrm>
            <a:off x="2776700" y="432760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9" name="Google Shape;319;g2ee5135832c_0_510"/>
          <p:cNvSpPr txBox="1"/>
          <p:nvPr/>
        </p:nvSpPr>
        <p:spPr>
          <a:xfrm>
            <a:off x="1857650" y="4667925"/>
            <a:ext cx="7068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Global</a:t>
            </a:r>
            <a:endParaRPr sz="1300">
              <a:solidFill>
                <a:schemeClr val="accent1"/>
              </a:solidFill>
              <a:latin typeface="Lato"/>
              <a:ea typeface="Lato"/>
              <a:cs typeface="Lato"/>
              <a:sym typeface="Lato"/>
            </a:endParaRPr>
          </a:p>
        </p:txBody>
      </p:sp>
      <p:sp>
        <p:nvSpPr>
          <p:cNvPr id="320" name="Google Shape;320;g2ee5135832c_0_510"/>
          <p:cNvSpPr/>
          <p:nvPr/>
        </p:nvSpPr>
        <p:spPr>
          <a:xfrm>
            <a:off x="4248950" y="2827975"/>
            <a:ext cx="375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j</a:t>
            </a:r>
            <a:endParaRPr>
              <a:latin typeface="Lato"/>
              <a:ea typeface="Lato"/>
              <a:cs typeface="Lato"/>
              <a:sym typeface="Lato"/>
            </a:endParaRPr>
          </a:p>
        </p:txBody>
      </p:sp>
      <p:pic>
        <p:nvPicPr>
          <p:cNvPr id="321" name="Google Shape;321;g2ee5135832c_0_510"/>
          <p:cNvPicPr preferRelativeResize="0"/>
          <p:nvPr/>
        </p:nvPicPr>
        <p:blipFill rotWithShape="1">
          <a:blip r:embed="rId8">
            <a:alphaModFix/>
          </a:blip>
          <a:srcRect b="0" l="0" r="0" t="0"/>
          <a:stretch/>
        </p:blipFill>
        <p:spPr>
          <a:xfrm>
            <a:off x="4742389" y="2827964"/>
            <a:ext cx="290054" cy="412392"/>
          </a:xfrm>
          <a:prstGeom prst="rect">
            <a:avLst/>
          </a:prstGeom>
          <a:noFill/>
          <a:ln>
            <a:noFill/>
          </a:ln>
        </p:spPr>
      </p:pic>
      <p:sp>
        <p:nvSpPr>
          <p:cNvPr id="322" name="Google Shape;322;g2ee5135832c_0_510"/>
          <p:cNvSpPr/>
          <p:nvPr/>
        </p:nvSpPr>
        <p:spPr>
          <a:xfrm>
            <a:off x="5243400" y="2827975"/>
            <a:ext cx="249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r</a:t>
            </a:r>
            <a:endParaRPr>
              <a:latin typeface="Lato"/>
              <a:ea typeface="Lato"/>
              <a:cs typeface="Lato"/>
              <a:sym typeface="Lato"/>
            </a:endParaRPr>
          </a:p>
        </p:txBody>
      </p:sp>
      <p:sp>
        <p:nvSpPr>
          <p:cNvPr id="323" name="Google Shape;323;g2ee5135832c_0_510"/>
          <p:cNvSpPr txBox="1"/>
          <p:nvPr/>
        </p:nvSpPr>
        <p:spPr>
          <a:xfrm>
            <a:off x="4951550" y="2827975"/>
            <a:ext cx="249900" cy="4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p:txBody>
      </p:sp>
      <p:pic>
        <p:nvPicPr>
          <p:cNvPr id="324" name="Google Shape;324;g2ee5135832c_0_510"/>
          <p:cNvPicPr preferRelativeResize="0"/>
          <p:nvPr/>
        </p:nvPicPr>
        <p:blipFill rotWithShape="1">
          <a:blip r:embed="rId10">
            <a:alphaModFix/>
          </a:blip>
          <a:srcRect b="0" l="68762" r="8603" t="0"/>
          <a:stretch/>
        </p:blipFill>
        <p:spPr>
          <a:xfrm>
            <a:off x="5535262" y="3159513"/>
            <a:ext cx="195527" cy="208450"/>
          </a:xfrm>
          <a:prstGeom prst="rect">
            <a:avLst/>
          </a:prstGeom>
          <a:noFill/>
          <a:ln>
            <a:noFill/>
          </a:ln>
        </p:spPr>
      </p:pic>
      <p:pic>
        <p:nvPicPr>
          <p:cNvPr id="325" name="Google Shape;325;g2ee5135832c_0_510"/>
          <p:cNvPicPr preferRelativeResize="0"/>
          <p:nvPr/>
        </p:nvPicPr>
        <p:blipFill rotWithShape="1">
          <a:blip r:embed="rId11">
            <a:alphaModFix/>
          </a:blip>
          <a:srcRect b="0" l="0" r="27017" t="0"/>
          <a:stretch/>
        </p:blipFill>
        <p:spPr>
          <a:xfrm>
            <a:off x="4372500" y="3178450"/>
            <a:ext cx="477706" cy="170575"/>
          </a:xfrm>
          <a:prstGeom prst="rect">
            <a:avLst/>
          </a:prstGeom>
          <a:noFill/>
          <a:ln>
            <a:noFill/>
          </a:ln>
        </p:spPr>
      </p:pic>
      <p:pic>
        <p:nvPicPr>
          <p:cNvPr id="326" name="Google Shape;326;g2ee5135832c_0_510"/>
          <p:cNvPicPr preferRelativeResize="0"/>
          <p:nvPr/>
        </p:nvPicPr>
        <p:blipFill rotWithShape="1">
          <a:blip r:embed="rId10">
            <a:alphaModFix/>
          </a:blip>
          <a:srcRect b="0" l="68762" r="8603" t="0"/>
          <a:stretch/>
        </p:blipFill>
        <p:spPr>
          <a:xfrm>
            <a:off x="4982287" y="3159488"/>
            <a:ext cx="195527" cy="208450"/>
          </a:xfrm>
          <a:prstGeom prst="rect">
            <a:avLst/>
          </a:prstGeom>
          <a:noFill/>
          <a:ln>
            <a:noFill/>
          </a:ln>
        </p:spPr>
      </p:pic>
      <p:sp>
        <p:nvSpPr>
          <p:cNvPr id="327" name="Google Shape;327;g2ee5135832c_0_510"/>
          <p:cNvSpPr txBox="1"/>
          <p:nvPr/>
        </p:nvSpPr>
        <p:spPr>
          <a:xfrm>
            <a:off x="6698225" y="4779775"/>
            <a:ext cx="11859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Elemental</a:t>
            </a:r>
            <a:endParaRPr sz="1300">
              <a:solidFill>
                <a:schemeClr val="accent1"/>
              </a:solidFill>
              <a:latin typeface="Lato"/>
              <a:ea typeface="Lato"/>
              <a:cs typeface="Lato"/>
              <a:sym typeface="Lato"/>
            </a:endParaRPr>
          </a:p>
        </p:txBody>
      </p:sp>
      <p:sp>
        <p:nvSpPr>
          <p:cNvPr id="328" name="Google Shape;328;g2ee5135832c_0_510"/>
          <p:cNvSpPr/>
          <p:nvPr/>
        </p:nvSpPr>
        <p:spPr>
          <a:xfrm>
            <a:off x="6917300" y="3818800"/>
            <a:ext cx="412200" cy="41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9" name="Google Shape;329;g2ee5135832c_0_510"/>
          <p:cNvSpPr/>
          <p:nvPr/>
        </p:nvSpPr>
        <p:spPr>
          <a:xfrm>
            <a:off x="6485100" y="3283375"/>
            <a:ext cx="511800" cy="2085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330" name="Google Shape;330;g2ee5135832c_0_510"/>
          <p:cNvSpPr/>
          <p:nvPr/>
        </p:nvSpPr>
        <p:spPr>
          <a:xfrm>
            <a:off x="7123875" y="3283375"/>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1" name="Google Shape;331;g2ee5135832c_0_510"/>
          <p:cNvSpPr/>
          <p:nvPr/>
        </p:nvSpPr>
        <p:spPr>
          <a:xfrm rot="-5400000">
            <a:off x="7327675" y="3413200"/>
            <a:ext cx="511800" cy="2085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332" name="Google Shape;332;g2ee5135832c_0_510"/>
          <p:cNvSpPr/>
          <p:nvPr/>
        </p:nvSpPr>
        <p:spPr>
          <a:xfrm>
            <a:off x="6935450" y="3835900"/>
            <a:ext cx="375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g2ee5135832c_0_0"/>
          <p:cNvSpPr/>
          <p:nvPr/>
        </p:nvSpPr>
        <p:spPr>
          <a:xfrm>
            <a:off x="2630675" y="1196838"/>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cxnSp>
        <p:nvCxnSpPr>
          <p:cNvPr id="339" name="Google Shape;339;g2ee5135832c_0_0"/>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40" name="Google Shape;340;g2ee5135832c_0_0"/>
          <p:cNvCxnSpPr/>
          <p:nvPr/>
        </p:nvCxnSpPr>
        <p:spPr>
          <a:xfrm>
            <a:off x="2984638" y="1327388"/>
            <a:ext cx="726600" cy="256200"/>
          </a:xfrm>
          <a:prstGeom prst="straightConnector1">
            <a:avLst/>
          </a:prstGeom>
          <a:noFill/>
          <a:ln cap="flat" cmpd="sng" w="9525">
            <a:solidFill>
              <a:srgbClr val="4472C4"/>
            </a:solidFill>
            <a:prstDash val="solid"/>
            <a:miter lim="800000"/>
            <a:headEnd len="sm" w="sm" type="none"/>
            <a:tailEnd len="med" w="med" type="triangle"/>
          </a:ln>
        </p:spPr>
      </p:cxnSp>
      <p:cxnSp>
        <p:nvCxnSpPr>
          <p:cNvPr id="341" name="Google Shape;341;g2ee5135832c_0_0"/>
          <p:cNvCxnSpPr/>
          <p:nvPr/>
        </p:nvCxnSpPr>
        <p:spPr>
          <a:xfrm flipH="1" rot="10800000">
            <a:off x="3015038" y="1903338"/>
            <a:ext cx="668100" cy="199500"/>
          </a:xfrm>
          <a:prstGeom prst="straightConnector1">
            <a:avLst/>
          </a:prstGeom>
          <a:noFill/>
          <a:ln cap="flat" cmpd="sng" w="9525">
            <a:solidFill>
              <a:srgbClr val="4472C4"/>
            </a:solidFill>
            <a:prstDash val="solid"/>
            <a:miter lim="800000"/>
            <a:headEnd len="sm" w="sm" type="none"/>
            <a:tailEnd len="med" w="med" type="triangle"/>
          </a:ln>
        </p:spPr>
      </p:cxnSp>
      <p:cxnSp>
        <p:nvCxnSpPr>
          <p:cNvPr id="342" name="Google Shape;342;g2ee5135832c_0_0"/>
          <p:cNvCxnSpPr/>
          <p:nvPr/>
        </p:nvCxnSpPr>
        <p:spPr>
          <a:xfrm>
            <a:off x="4458600" y="1718875"/>
            <a:ext cx="2095800" cy="16500"/>
          </a:xfrm>
          <a:prstGeom prst="straightConnector1">
            <a:avLst/>
          </a:prstGeom>
          <a:noFill/>
          <a:ln cap="flat" cmpd="sng" w="9525">
            <a:solidFill>
              <a:srgbClr val="4472C4"/>
            </a:solidFill>
            <a:prstDash val="solid"/>
            <a:miter lim="800000"/>
            <a:headEnd len="sm" w="sm" type="none"/>
            <a:tailEnd len="med" w="med" type="triangle"/>
          </a:ln>
        </p:spPr>
      </p:cxnSp>
      <p:grpSp>
        <p:nvGrpSpPr>
          <p:cNvPr id="343" name="Google Shape;343;g2ee5135832c_0_0"/>
          <p:cNvGrpSpPr/>
          <p:nvPr/>
        </p:nvGrpSpPr>
        <p:grpSpPr>
          <a:xfrm>
            <a:off x="4011282" y="1274854"/>
            <a:ext cx="256372" cy="880500"/>
            <a:chOff x="3179220" y="1005991"/>
            <a:chExt cx="256372" cy="880500"/>
          </a:xfrm>
        </p:grpSpPr>
        <p:sp>
          <p:nvSpPr>
            <p:cNvPr id="344" name="Google Shape;344;g2ee5135832c_0_0"/>
            <p:cNvSpPr/>
            <p:nvPr/>
          </p:nvSpPr>
          <p:spPr>
            <a:xfrm>
              <a:off x="317922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45" name="Google Shape;345;g2ee5135832c_0_0"/>
            <p:cNvSpPr/>
            <p:nvPr/>
          </p:nvSpPr>
          <p:spPr>
            <a:xfrm>
              <a:off x="3237237"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46" name="Google Shape;346;g2ee5135832c_0_0"/>
            <p:cNvSpPr/>
            <p:nvPr/>
          </p:nvSpPr>
          <p:spPr>
            <a:xfrm>
              <a:off x="3279953"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47" name="Google Shape;347;g2ee5135832c_0_0"/>
            <p:cNvSpPr/>
            <p:nvPr/>
          </p:nvSpPr>
          <p:spPr>
            <a:xfrm>
              <a:off x="3337970"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48" name="Google Shape;348;g2ee5135832c_0_0"/>
            <p:cNvSpPr/>
            <p:nvPr/>
          </p:nvSpPr>
          <p:spPr>
            <a:xfrm>
              <a:off x="3389992" y="1005991"/>
              <a:ext cx="45600" cy="8805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grpSp>
      <p:sp>
        <p:nvSpPr>
          <p:cNvPr id="349" name="Google Shape;349;g2ee5135832c_0_0"/>
          <p:cNvSpPr/>
          <p:nvPr/>
        </p:nvSpPr>
        <p:spPr>
          <a:xfrm>
            <a:off x="2611925" y="1925600"/>
            <a:ext cx="125400" cy="307800"/>
          </a:xfrm>
          <a:prstGeom prst="rect">
            <a:avLst/>
          </a:prstGeom>
          <a:solidFill>
            <a:srgbClr val="D8E2F3"/>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lt;math xmlns=&quot;http://www.w3.org/1998/Math/MathML&quot;&gt;&lt;mo&gt;&amp;#x22EE;&lt;/mo&gt;&lt;/math&gt;" id="350" name="Google Shape;350;g2ee5135832c_0_0" title="vertical ellipsis"/>
          <p:cNvPicPr preferRelativeResize="0"/>
          <p:nvPr/>
        </p:nvPicPr>
        <p:blipFill rotWithShape="1">
          <a:blip r:embed="rId3">
            <a:alphaModFix/>
          </a:blip>
          <a:srcRect b="0" l="0" r="0" t="0"/>
          <a:stretch/>
        </p:blipFill>
        <p:spPr>
          <a:xfrm>
            <a:off x="2565138" y="1616160"/>
            <a:ext cx="256475" cy="197925"/>
          </a:xfrm>
          <a:prstGeom prst="rect">
            <a:avLst/>
          </a:prstGeom>
          <a:noFill/>
          <a:ln>
            <a:noFill/>
          </a:ln>
        </p:spPr>
      </p:pic>
      <p:cxnSp>
        <p:nvCxnSpPr>
          <p:cNvPr id="351" name="Google Shape;351;g2ee5135832c_0_0"/>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52" name="Google Shape;352;g2ee5135832c_0_0"/>
          <p:cNvCxnSpPr/>
          <p:nvPr/>
        </p:nvCxnSpPr>
        <p:spPr>
          <a:xfrm>
            <a:off x="2909425" y="1703010"/>
            <a:ext cx="752400" cy="57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353" name="Google Shape;353;g2ee5135832c_0_0" title="mu subscript 1"/>
          <p:cNvPicPr preferRelativeResize="0"/>
          <p:nvPr/>
        </p:nvPicPr>
        <p:blipFill rotWithShape="1">
          <a:blip r:embed="rId4">
            <a:alphaModFix/>
          </a:blip>
          <a:srcRect b="0" l="0" r="0" t="0"/>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354" name="Google Shape;354;g2ee5135832c_0_0" title="mu subscript p"/>
          <p:cNvPicPr preferRelativeResize="0"/>
          <p:nvPr/>
        </p:nvPicPr>
        <p:blipFill rotWithShape="1">
          <a:blip r:embed="rId5">
            <a:alphaModFix/>
          </a:blip>
          <a:srcRect b="0" l="0" r="0" t="0"/>
          <a:stretch/>
        </p:blipFill>
        <p:spPr>
          <a:xfrm>
            <a:off x="601995" y="1940870"/>
            <a:ext cx="256500" cy="235700"/>
          </a:xfrm>
          <a:prstGeom prst="rect">
            <a:avLst/>
          </a:prstGeom>
          <a:noFill/>
          <a:ln>
            <a:noFill/>
          </a:ln>
        </p:spPr>
      </p:pic>
      <p:pic>
        <p:nvPicPr>
          <p:cNvPr descr="&lt;math xmlns=&quot;http://www.w3.org/1998/Math/MathML&quot;&gt;&lt;mo&gt;&amp;#x22EE;&lt;/mo&gt;&lt;/math&gt;" id="355" name="Google Shape;355;g2ee5135832c_0_0" title="vertical ellipsis"/>
          <p:cNvPicPr preferRelativeResize="0"/>
          <p:nvPr/>
        </p:nvPicPr>
        <p:blipFill rotWithShape="1">
          <a:blip r:embed="rId3">
            <a:alphaModFix/>
          </a:blip>
          <a:srcRect b="0" l="0" r="0" t="0"/>
          <a:stretch/>
        </p:blipFill>
        <p:spPr>
          <a:xfrm>
            <a:off x="624650" y="1607548"/>
            <a:ext cx="256475" cy="197925"/>
          </a:xfrm>
          <a:prstGeom prst="rect">
            <a:avLst/>
          </a:prstGeom>
          <a:noFill/>
          <a:ln>
            <a:noFill/>
          </a:ln>
        </p:spPr>
      </p:pic>
      <p:cxnSp>
        <p:nvCxnSpPr>
          <p:cNvPr id="356" name="Google Shape;356;g2ee5135832c_0_0"/>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357" name="Google Shape;357;g2ee5135832c_0_0"/>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358" name="Google Shape;358;g2ee5135832c_0_0"/>
          <p:cNvSpPr txBox="1"/>
          <p:nvPr/>
        </p:nvSpPr>
        <p:spPr>
          <a:xfrm>
            <a:off x="6808725" y="1506425"/>
            <a:ext cx="13074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Data for ROM</a:t>
            </a:r>
            <a:endParaRPr b="0" i="0" sz="1400" u="none" cap="none" strike="noStrike">
              <a:solidFill>
                <a:srgbClr val="000000"/>
              </a:solidFill>
              <a:latin typeface="Arial"/>
              <a:ea typeface="Arial"/>
              <a:cs typeface="Arial"/>
              <a:sym typeface="Arial"/>
            </a:endParaRPr>
          </a:p>
        </p:txBody>
      </p:sp>
      <p:cxnSp>
        <p:nvCxnSpPr>
          <p:cNvPr id="359" name="Google Shape;359;g2ee5135832c_0_0"/>
          <p:cNvCxnSpPr/>
          <p:nvPr/>
        </p:nvCxnSpPr>
        <p:spPr>
          <a:xfrm flipH="1">
            <a:off x="7574000" y="1948150"/>
            <a:ext cx="3600" cy="236700"/>
          </a:xfrm>
          <a:prstGeom prst="straightConnector1">
            <a:avLst/>
          </a:prstGeom>
          <a:noFill/>
          <a:ln cap="flat" cmpd="sng" w="9525">
            <a:solidFill>
              <a:srgbClr val="4472C4"/>
            </a:solidFill>
            <a:prstDash val="solid"/>
            <a:miter lim="800000"/>
            <a:headEnd len="sm" w="sm" type="none"/>
            <a:tailEnd len="med" w="med" type="triangle"/>
          </a:ln>
        </p:spPr>
      </p:cxnSp>
      <p:sp>
        <p:nvSpPr>
          <p:cNvPr id="360" name="Google Shape;360;g2ee5135832c_0_0"/>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2ee5135832c_0_0"/>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2" name="Google Shape;362;g2ee5135832c_0_0"/>
          <p:cNvPicPr preferRelativeResize="0"/>
          <p:nvPr/>
        </p:nvPicPr>
        <p:blipFill rotWithShape="1">
          <a:blip r:embed="rId6">
            <a:alphaModFix/>
          </a:blip>
          <a:srcRect b="0" l="0" r="0" t="0"/>
          <a:stretch/>
        </p:blipFill>
        <p:spPr>
          <a:xfrm>
            <a:off x="1383571" y="1262430"/>
            <a:ext cx="703149" cy="158064"/>
          </a:xfrm>
          <a:prstGeom prst="rect">
            <a:avLst/>
          </a:prstGeom>
          <a:noFill/>
          <a:ln>
            <a:noFill/>
          </a:ln>
        </p:spPr>
      </p:pic>
      <p:pic>
        <p:nvPicPr>
          <p:cNvPr descr="&lt;math xmlns=&quot;http://www.w3.org/1998/Math/MathML&quot;&gt;&lt;mo&gt;&amp;#x22EE;&lt;/mo&gt;&lt;/math&gt;" id="363" name="Google Shape;363;g2ee5135832c_0_0" title="vertical ellipsis"/>
          <p:cNvPicPr preferRelativeResize="0"/>
          <p:nvPr/>
        </p:nvPicPr>
        <p:blipFill rotWithShape="1">
          <a:blip r:embed="rId3">
            <a:alphaModFix/>
          </a:blip>
          <a:srcRect b="0" l="0" r="0" t="0"/>
          <a:stretch/>
        </p:blipFill>
        <p:spPr>
          <a:xfrm>
            <a:off x="1606887" y="1606910"/>
            <a:ext cx="256475" cy="197925"/>
          </a:xfrm>
          <a:prstGeom prst="rect">
            <a:avLst/>
          </a:prstGeom>
          <a:noFill/>
          <a:ln>
            <a:noFill/>
          </a:ln>
        </p:spPr>
      </p:pic>
      <p:sp>
        <p:nvSpPr>
          <p:cNvPr id="364" name="Google Shape;364;g2ee5135832c_0_0"/>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5" name="Google Shape;365;g2ee5135832c_0_0"/>
          <p:cNvPicPr preferRelativeResize="0"/>
          <p:nvPr/>
        </p:nvPicPr>
        <p:blipFill rotWithShape="1">
          <a:blip r:embed="rId6">
            <a:alphaModFix/>
          </a:blip>
          <a:srcRect b="0" l="0" r="0" t="0"/>
          <a:stretch/>
        </p:blipFill>
        <p:spPr>
          <a:xfrm>
            <a:off x="1404996" y="1991205"/>
            <a:ext cx="703149" cy="158064"/>
          </a:xfrm>
          <a:prstGeom prst="rect">
            <a:avLst/>
          </a:prstGeom>
          <a:noFill/>
          <a:ln>
            <a:noFill/>
          </a:ln>
        </p:spPr>
      </p:pic>
      <p:sp>
        <p:nvSpPr>
          <p:cNvPr id="366" name="Google Shape;366;g2ee5135832c_0_0"/>
          <p:cNvSpPr/>
          <p:nvPr/>
        </p:nvSpPr>
        <p:spPr>
          <a:xfrm>
            <a:off x="7008188" y="2221438"/>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g2ee5135832c_0_0"/>
          <p:cNvSpPr txBox="1"/>
          <p:nvPr/>
        </p:nvSpPr>
        <p:spPr>
          <a:xfrm>
            <a:off x="7281538" y="2163588"/>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ROM</a:t>
            </a:r>
            <a:endParaRPr b="0" i="0" sz="1400" u="none" cap="none" strike="noStrike">
              <a:solidFill>
                <a:srgbClr val="000000"/>
              </a:solidFill>
              <a:latin typeface="Arial"/>
              <a:ea typeface="Arial"/>
              <a:cs typeface="Arial"/>
              <a:sym typeface="Arial"/>
            </a:endParaRPr>
          </a:p>
        </p:txBody>
      </p:sp>
      <p:cxnSp>
        <p:nvCxnSpPr>
          <p:cNvPr id="368" name="Google Shape;368;g2ee5135832c_0_0"/>
          <p:cNvCxnSpPr/>
          <p:nvPr/>
        </p:nvCxnSpPr>
        <p:spPr>
          <a:xfrm rot="10800000">
            <a:off x="8193025" y="272333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369" name="Google Shape;369;g2ee5135832c_0_0"/>
          <p:cNvSpPr txBox="1"/>
          <p:nvPr/>
        </p:nvSpPr>
        <p:spPr>
          <a:xfrm>
            <a:off x="7143788" y="25121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0" name="Google Shape;370;g2ee5135832c_0_0"/>
          <p:cNvPicPr preferRelativeResize="0"/>
          <p:nvPr/>
        </p:nvPicPr>
        <p:blipFill rotWithShape="1">
          <a:blip r:embed="rId6">
            <a:alphaModFix/>
          </a:blip>
          <a:srcRect b="0" l="0" r="0" t="0"/>
          <a:stretch/>
        </p:blipFill>
        <p:spPr>
          <a:xfrm>
            <a:off x="7254971" y="2587005"/>
            <a:ext cx="703149" cy="158064"/>
          </a:xfrm>
          <a:prstGeom prst="rect">
            <a:avLst/>
          </a:prstGeom>
          <a:noFill/>
          <a:ln>
            <a:noFill/>
          </a:ln>
        </p:spPr>
      </p:pic>
      <p:pic>
        <p:nvPicPr>
          <p:cNvPr descr="&lt;math xmlns=&quot;http://www.w3.org/1998/Math/MathML&quot;&gt;&lt;mo&gt;&amp;#x22EE;&lt;/mo&gt;&lt;/math&gt;" id="371" name="Google Shape;371;g2ee5135832c_0_0" title="vertical ellipsis"/>
          <p:cNvPicPr preferRelativeResize="0"/>
          <p:nvPr/>
        </p:nvPicPr>
        <p:blipFill rotWithShape="1">
          <a:blip r:embed="rId3">
            <a:alphaModFix/>
          </a:blip>
          <a:srcRect b="0" l="0" r="0" t="0"/>
          <a:stretch/>
        </p:blipFill>
        <p:spPr>
          <a:xfrm>
            <a:off x="7478288" y="2931485"/>
            <a:ext cx="256475" cy="197925"/>
          </a:xfrm>
          <a:prstGeom prst="rect">
            <a:avLst/>
          </a:prstGeom>
          <a:noFill/>
          <a:ln>
            <a:noFill/>
          </a:ln>
        </p:spPr>
      </p:pic>
      <p:sp>
        <p:nvSpPr>
          <p:cNvPr id="372" name="Google Shape;372;g2ee5135832c_0_0"/>
          <p:cNvSpPr txBox="1"/>
          <p:nvPr/>
        </p:nvSpPr>
        <p:spPr>
          <a:xfrm>
            <a:off x="7165213" y="324091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3" name="Google Shape;373;g2ee5135832c_0_0"/>
          <p:cNvPicPr preferRelativeResize="0"/>
          <p:nvPr/>
        </p:nvPicPr>
        <p:blipFill rotWithShape="1">
          <a:blip r:embed="rId6">
            <a:alphaModFix/>
          </a:blip>
          <a:srcRect b="0" l="0" r="0" t="0"/>
          <a:stretch/>
        </p:blipFill>
        <p:spPr>
          <a:xfrm>
            <a:off x="7276396" y="3315780"/>
            <a:ext cx="703149" cy="158064"/>
          </a:xfrm>
          <a:prstGeom prst="rect">
            <a:avLst/>
          </a:prstGeom>
          <a:noFill/>
          <a:ln>
            <a:noFill/>
          </a:ln>
        </p:spPr>
      </p:pic>
      <p:pic>
        <p:nvPicPr>
          <p:cNvPr descr="&lt;math xmlns=&quot;http://www.w3.org/1998/Math/MathML&quot;&gt;&lt;msub&gt;&lt;mi&gt;&amp;#x3BC;&lt;/mi&gt;&lt;mn&gt;1&lt;/mn&gt;&lt;/msub&gt;&lt;/math&gt;" id="374" name="Google Shape;374;g2ee5135832c_0_0" title="mu subscript 1"/>
          <p:cNvPicPr preferRelativeResize="0"/>
          <p:nvPr/>
        </p:nvPicPr>
        <p:blipFill rotWithShape="1">
          <a:blip r:embed="rId4">
            <a:alphaModFix/>
          </a:blip>
          <a:srcRect b="0" l="0" r="0" t="0"/>
          <a:stretch/>
        </p:blipFill>
        <p:spPr>
          <a:xfrm>
            <a:off x="8545055" y="2666938"/>
            <a:ext cx="211200" cy="169754"/>
          </a:xfrm>
          <a:prstGeom prst="rect">
            <a:avLst/>
          </a:prstGeom>
          <a:noFill/>
          <a:ln>
            <a:noFill/>
          </a:ln>
        </p:spPr>
      </p:pic>
      <p:pic>
        <p:nvPicPr>
          <p:cNvPr descr="&lt;math xmlns=&quot;http://www.w3.org/1998/Math/MathML&quot;&gt;&lt;msub&gt;&lt;mi&gt;&amp;#x3BC;&lt;/mi&gt;&lt;mi&gt;p&lt;/mi&gt;&lt;/msub&gt;&lt;/math&gt;" id="375" name="Google Shape;375;g2ee5135832c_0_0" title="mu subscript p"/>
          <p:cNvPicPr preferRelativeResize="0"/>
          <p:nvPr/>
        </p:nvPicPr>
        <p:blipFill rotWithShape="1">
          <a:blip r:embed="rId5">
            <a:alphaModFix/>
          </a:blip>
          <a:srcRect b="0" l="0" r="0" t="0"/>
          <a:stretch/>
        </p:blipFill>
        <p:spPr>
          <a:xfrm>
            <a:off x="8522407" y="3305432"/>
            <a:ext cx="256500" cy="235700"/>
          </a:xfrm>
          <a:prstGeom prst="rect">
            <a:avLst/>
          </a:prstGeom>
          <a:noFill/>
          <a:ln>
            <a:noFill/>
          </a:ln>
        </p:spPr>
      </p:pic>
      <p:pic>
        <p:nvPicPr>
          <p:cNvPr descr="&lt;math xmlns=&quot;http://www.w3.org/1998/Math/MathML&quot;&gt;&lt;mo&gt;&amp;#x22EE;&lt;/mo&gt;&lt;/math&gt;" id="376" name="Google Shape;376;g2ee5135832c_0_0" title="vertical ellipsis"/>
          <p:cNvPicPr preferRelativeResize="0"/>
          <p:nvPr/>
        </p:nvPicPr>
        <p:blipFill rotWithShape="1">
          <a:blip r:embed="rId3">
            <a:alphaModFix/>
          </a:blip>
          <a:srcRect b="0" l="0" r="0" t="0"/>
          <a:stretch/>
        </p:blipFill>
        <p:spPr>
          <a:xfrm>
            <a:off x="8545063" y="2972110"/>
            <a:ext cx="256475" cy="197925"/>
          </a:xfrm>
          <a:prstGeom prst="rect">
            <a:avLst/>
          </a:prstGeom>
          <a:noFill/>
          <a:ln>
            <a:noFill/>
          </a:ln>
        </p:spPr>
      </p:pic>
      <p:cxnSp>
        <p:nvCxnSpPr>
          <p:cNvPr id="377" name="Google Shape;377;g2ee5135832c_0_0"/>
          <p:cNvCxnSpPr/>
          <p:nvPr/>
        </p:nvCxnSpPr>
        <p:spPr>
          <a:xfrm rot="10800000">
            <a:off x="8225500" y="3394788"/>
            <a:ext cx="228300" cy="0"/>
          </a:xfrm>
          <a:prstGeom prst="straightConnector1">
            <a:avLst/>
          </a:prstGeom>
          <a:noFill/>
          <a:ln cap="flat" cmpd="sng" w="9525">
            <a:solidFill>
              <a:srgbClr val="4472C4"/>
            </a:solidFill>
            <a:prstDash val="solid"/>
            <a:miter lim="800000"/>
            <a:headEnd len="sm" w="sm" type="none"/>
            <a:tailEnd len="med" w="med" type="triangle"/>
          </a:ln>
        </p:spPr>
      </p:cxnSp>
      <p:sp>
        <p:nvSpPr>
          <p:cNvPr id="378" name="Google Shape;378;g2ee5135832c_0_0"/>
          <p:cNvSpPr/>
          <p:nvPr/>
        </p:nvSpPr>
        <p:spPr>
          <a:xfrm>
            <a:off x="6451750" y="2512163"/>
            <a:ext cx="125400" cy="307800"/>
          </a:xfrm>
          <a:prstGeom prst="rect">
            <a:avLst/>
          </a:prstGeom>
          <a:solidFill>
            <a:srgbClr val="9900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79" name="Google Shape;379;g2ee5135832c_0_0"/>
          <p:cNvSpPr/>
          <p:nvPr/>
        </p:nvSpPr>
        <p:spPr>
          <a:xfrm>
            <a:off x="6451750" y="3240900"/>
            <a:ext cx="125400" cy="307800"/>
          </a:xfrm>
          <a:prstGeom prst="rect">
            <a:avLst/>
          </a:prstGeom>
          <a:solidFill>
            <a:srgbClr val="9900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lt;math xmlns=&quot;http://www.w3.org/1998/Math/MathML&quot;&gt;&lt;mo&gt;&amp;#x22EE;&lt;/mo&gt;&lt;/math&gt;" id="380" name="Google Shape;380;g2ee5135832c_0_0" title="vertical ellipsis"/>
          <p:cNvPicPr preferRelativeResize="0"/>
          <p:nvPr/>
        </p:nvPicPr>
        <p:blipFill rotWithShape="1">
          <a:blip r:embed="rId3">
            <a:alphaModFix/>
          </a:blip>
          <a:srcRect b="0" l="0" r="0" t="0"/>
          <a:stretch/>
        </p:blipFill>
        <p:spPr>
          <a:xfrm>
            <a:off x="6386213" y="2931485"/>
            <a:ext cx="256475" cy="197925"/>
          </a:xfrm>
          <a:prstGeom prst="rect">
            <a:avLst/>
          </a:prstGeom>
          <a:noFill/>
          <a:ln>
            <a:noFill/>
          </a:ln>
        </p:spPr>
      </p:pic>
      <p:cxnSp>
        <p:nvCxnSpPr>
          <p:cNvPr id="381" name="Google Shape;381;g2ee5135832c_0_0"/>
          <p:cNvCxnSpPr/>
          <p:nvPr/>
        </p:nvCxnSpPr>
        <p:spPr>
          <a:xfrm rot="10800000">
            <a:off x="6695050" y="273532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382" name="Google Shape;382;g2ee5135832c_0_0"/>
          <p:cNvCxnSpPr/>
          <p:nvPr/>
        </p:nvCxnSpPr>
        <p:spPr>
          <a:xfrm rot="10800000">
            <a:off x="6727525" y="3406775"/>
            <a:ext cx="228300" cy="0"/>
          </a:xfrm>
          <a:prstGeom prst="straightConnector1">
            <a:avLst/>
          </a:prstGeom>
          <a:noFill/>
          <a:ln cap="flat" cmpd="sng" w="9525">
            <a:solidFill>
              <a:srgbClr val="4472C4"/>
            </a:solidFill>
            <a:prstDash val="solid"/>
            <a:miter lim="800000"/>
            <a:headEnd len="sm" w="sm" type="none"/>
            <a:tailEnd len="med" w="med" type="triangle"/>
          </a:ln>
        </p:spPr>
      </p:cxnSp>
      <p:cxnSp>
        <p:nvCxnSpPr>
          <p:cNvPr id="383" name="Google Shape;383;g2ee5135832c_0_0"/>
          <p:cNvCxnSpPr/>
          <p:nvPr/>
        </p:nvCxnSpPr>
        <p:spPr>
          <a:xfrm flipH="1">
            <a:off x="5527921" y="2666943"/>
            <a:ext cx="858300" cy="86100"/>
          </a:xfrm>
          <a:prstGeom prst="straightConnector1">
            <a:avLst/>
          </a:prstGeom>
          <a:noFill/>
          <a:ln cap="flat" cmpd="sng" w="9525">
            <a:solidFill>
              <a:srgbClr val="4472C4"/>
            </a:solidFill>
            <a:prstDash val="solid"/>
            <a:miter lim="800000"/>
            <a:headEnd len="sm" w="sm" type="none"/>
            <a:tailEnd len="med" w="med" type="triangle"/>
          </a:ln>
        </p:spPr>
      </p:cxnSp>
      <p:cxnSp>
        <p:nvCxnSpPr>
          <p:cNvPr id="384" name="Google Shape;384;g2ee5135832c_0_0"/>
          <p:cNvCxnSpPr/>
          <p:nvPr/>
        </p:nvCxnSpPr>
        <p:spPr>
          <a:xfrm rot="10800000">
            <a:off x="5563325" y="2881450"/>
            <a:ext cx="817200" cy="196800"/>
          </a:xfrm>
          <a:prstGeom prst="straightConnector1">
            <a:avLst/>
          </a:prstGeom>
          <a:noFill/>
          <a:ln cap="flat" cmpd="sng" w="9525">
            <a:solidFill>
              <a:srgbClr val="4472C4"/>
            </a:solidFill>
            <a:prstDash val="solid"/>
            <a:miter lim="800000"/>
            <a:headEnd len="sm" w="sm" type="none"/>
            <a:tailEnd len="med" w="med" type="triangle"/>
          </a:ln>
        </p:spPr>
      </p:cxnSp>
      <p:cxnSp>
        <p:nvCxnSpPr>
          <p:cNvPr id="385" name="Google Shape;385;g2ee5135832c_0_0"/>
          <p:cNvCxnSpPr/>
          <p:nvPr/>
        </p:nvCxnSpPr>
        <p:spPr>
          <a:xfrm rot="10800000">
            <a:off x="5627550" y="3067150"/>
            <a:ext cx="779400" cy="380400"/>
          </a:xfrm>
          <a:prstGeom prst="straightConnector1">
            <a:avLst/>
          </a:prstGeom>
          <a:noFill/>
          <a:ln cap="flat" cmpd="sng" w="9525">
            <a:solidFill>
              <a:srgbClr val="4472C4"/>
            </a:solidFill>
            <a:prstDash val="solid"/>
            <a:miter lim="800000"/>
            <a:headEnd len="sm" w="sm" type="none"/>
            <a:tailEnd len="med" w="med" type="triangle"/>
          </a:ln>
        </p:spPr>
      </p:cxnSp>
      <p:sp>
        <p:nvSpPr>
          <p:cNvPr id="386" name="Google Shape;386;g2ee5135832c_0_0"/>
          <p:cNvSpPr txBox="1"/>
          <p:nvPr/>
        </p:nvSpPr>
        <p:spPr>
          <a:xfrm>
            <a:off x="5107085" y="605881"/>
            <a:ext cx="2311200" cy="300000"/>
          </a:xfrm>
          <a:prstGeom prst="rect">
            <a:avLst/>
          </a:prstGeom>
          <a:solidFill>
            <a:srgbClr val="C9DAF8"/>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350"/>
              <a:buFont typeface="Arial"/>
              <a:buNone/>
            </a:pPr>
            <a:r>
              <a:rPr b="0" i="0" lang="en-GB" sz="1350" u="none" cap="none" strike="noStrike">
                <a:solidFill>
                  <a:srgbClr val="000000"/>
                </a:solidFill>
                <a:latin typeface="Calibri"/>
                <a:ea typeface="Calibri"/>
                <a:cs typeface="Calibri"/>
                <a:sym typeface="Calibri"/>
              </a:rPr>
              <a:t>training parameters</a:t>
            </a:r>
            <a:endParaRPr b="0" i="0" sz="1400" u="none" cap="none" strike="noStrike">
              <a:solidFill>
                <a:srgbClr val="000000"/>
              </a:solidFill>
              <a:latin typeface="Arial"/>
              <a:ea typeface="Arial"/>
              <a:cs typeface="Arial"/>
              <a:sym typeface="Arial"/>
            </a:endParaRPr>
          </a:p>
        </p:txBody>
      </p:sp>
      <p:cxnSp>
        <p:nvCxnSpPr>
          <p:cNvPr id="387" name="Google Shape;387;g2ee5135832c_0_0"/>
          <p:cNvCxnSpPr/>
          <p:nvPr/>
        </p:nvCxnSpPr>
        <p:spPr>
          <a:xfrm>
            <a:off x="128800" y="1524150"/>
            <a:ext cx="353700" cy="0"/>
          </a:xfrm>
          <a:prstGeom prst="straightConnector1">
            <a:avLst/>
          </a:prstGeom>
          <a:noFill/>
          <a:ln cap="flat" cmpd="sng" w="9525">
            <a:solidFill>
              <a:srgbClr val="44546A"/>
            </a:solidFill>
            <a:prstDash val="solid"/>
            <a:round/>
            <a:headEnd len="sm" w="sm" type="none"/>
            <a:tailEnd len="med" w="med" type="triangle"/>
          </a:ln>
        </p:spPr>
      </p:cxnSp>
      <p:cxnSp>
        <p:nvCxnSpPr>
          <p:cNvPr id="388" name="Google Shape;388;g2ee5135832c_0_0"/>
          <p:cNvCxnSpPr/>
          <p:nvPr/>
        </p:nvCxnSpPr>
        <p:spPr>
          <a:xfrm flipH="1" rot="10800000">
            <a:off x="137225" y="764750"/>
            <a:ext cx="4969800" cy="777000"/>
          </a:xfrm>
          <a:prstGeom prst="bentConnector3">
            <a:avLst>
              <a:gd fmla="val 162" name="adj1"/>
            </a:avLst>
          </a:prstGeom>
          <a:noFill/>
          <a:ln cap="flat" cmpd="sng" w="9525">
            <a:solidFill>
              <a:srgbClr val="44546A"/>
            </a:solidFill>
            <a:prstDash val="solid"/>
            <a:round/>
            <a:headEnd len="sm" w="sm" type="none"/>
            <a:tailEnd len="sm" w="sm" type="none"/>
          </a:ln>
        </p:spPr>
      </p:cxnSp>
      <p:cxnSp>
        <p:nvCxnSpPr>
          <p:cNvPr id="389" name="Google Shape;389;g2ee5135832c_0_0"/>
          <p:cNvCxnSpPr>
            <a:stCxn id="386" idx="3"/>
          </p:cNvCxnSpPr>
          <p:nvPr/>
        </p:nvCxnSpPr>
        <p:spPr>
          <a:xfrm>
            <a:off x="7418285" y="755881"/>
            <a:ext cx="1596900" cy="2242200"/>
          </a:xfrm>
          <a:prstGeom prst="bentConnector2">
            <a:avLst/>
          </a:prstGeom>
          <a:noFill/>
          <a:ln cap="flat" cmpd="sng" w="9525">
            <a:solidFill>
              <a:srgbClr val="44546A"/>
            </a:solidFill>
            <a:prstDash val="solid"/>
            <a:round/>
            <a:headEnd len="sm" w="sm" type="none"/>
            <a:tailEnd len="sm" w="sm" type="none"/>
          </a:ln>
        </p:spPr>
      </p:cxnSp>
      <p:cxnSp>
        <p:nvCxnSpPr>
          <p:cNvPr id="390" name="Google Shape;390;g2ee5135832c_0_0"/>
          <p:cNvCxnSpPr/>
          <p:nvPr/>
        </p:nvCxnSpPr>
        <p:spPr>
          <a:xfrm rot="10800000">
            <a:off x="8875600" y="2995500"/>
            <a:ext cx="139500" cy="0"/>
          </a:xfrm>
          <a:prstGeom prst="straightConnector1">
            <a:avLst/>
          </a:prstGeom>
          <a:noFill/>
          <a:ln cap="flat" cmpd="sng" w="9525">
            <a:solidFill>
              <a:srgbClr val="44546A"/>
            </a:solidFill>
            <a:prstDash val="solid"/>
            <a:round/>
            <a:headEnd len="sm" w="sm" type="none"/>
            <a:tailEnd len="med" w="med" type="triangle"/>
          </a:ln>
        </p:spPr>
      </p:cxnSp>
      <p:grpSp>
        <p:nvGrpSpPr>
          <p:cNvPr id="391" name="Google Shape;391;g2ee5135832c_0_0"/>
          <p:cNvGrpSpPr/>
          <p:nvPr/>
        </p:nvGrpSpPr>
        <p:grpSpPr>
          <a:xfrm>
            <a:off x="5114282" y="2376704"/>
            <a:ext cx="256372" cy="880500"/>
            <a:chOff x="3179220" y="1005991"/>
            <a:chExt cx="256372" cy="880500"/>
          </a:xfrm>
        </p:grpSpPr>
        <p:sp>
          <p:nvSpPr>
            <p:cNvPr id="392" name="Google Shape;392;g2ee5135832c_0_0"/>
            <p:cNvSpPr/>
            <p:nvPr/>
          </p:nvSpPr>
          <p:spPr>
            <a:xfrm>
              <a:off x="3179220" y="1005991"/>
              <a:ext cx="45600" cy="880500"/>
            </a:xfrm>
            <a:prstGeom prst="rect">
              <a:avLst/>
            </a:prstGeom>
            <a:solidFill>
              <a:srgbClr val="9900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93" name="Google Shape;393;g2ee5135832c_0_0"/>
            <p:cNvSpPr/>
            <p:nvPr/>
          </p:nvSpPr>
          <p:spPr>
            <a:xfrm>
              <a:off x="3237237" y="1005991"/>
              <a:ext cx="45600" cy="880500"/>
            </a:xfrm>
            <a:prstGeom prst="rect">
              <a:avLst/>
            </a:prstGeom>
            <a:solidFill>
              <a:srgbClr val="9900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94" name="Google Shape;394;g2ee5135832c_0_0"/>
            <p:cNvSpPr/>
            <p:nvPr/>
          </p:nvSpPr>
          <p:spPr>
            <a:xfrm>
              <a:off x="3279953" y="1005991"/>
              <a:ext cx="45600" cy="880500"/>
            </a:xfrm>
            <a:prstGeom prst="rect">
              <a:avLst/>
            </a:prstGeom>
            <a:solidFill>
              <a:srgbClr val="9900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95" name="Google Shape;395;g2ee5135832c_0_0"/>
            <p:cNvSpPr/>
            <p:nvPr/>
          </p:nvSpPr>
          <p:spPr>
            <a:xfrm>
              <a:off x="3337970" y="1005991"/>
              <a:ext cx="45600" cy="880500"/>
            </a:xfrm>
            <a:prstGeom prst="rect">
              <a:avLst/>
            </a:prstGeom>
            <a:solidFill>
              <a:srgbClr val="9900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396" name="Google Shape;396;g2ee5135832c_0_0"/>
            <p:cNvSpPr/>
            <p:nvPr/>
          </p:nvSpPr>
          <p:spPr>
            <a:xfrm>
              <a:off x="3389992" y="1005991"/>
              <a:ext cx="45600" cy="880500"/>
            </a:xfrm>
            <a:prstGeom prst="rect">
              <a:avLst/>
            </a:prstGeom>
            <a:solidFill>
              <a:srgbClr val="9900FF"/>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grpSp>
      <p:sp>
        <p:nvSpPr>
          <p:cNvPr id="397" name="Google Shape;397;g2ee5135832c_0_0"/>
          <p:cNvSpPr txBox="1"/>
          <p:nvPr/>
        </p:nvSpPr>
        <p:spPr>
          <a:xfrm>
            <a:off x="4851300" y="1380325"/>
            <a:ext cx="1267200" cy="300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lang="en-GB" sz="1300">
                <a:solidFill>
                  <a:schemeClr val="accent1"/>
                </a:solidFill>
                <a:latin typeface="Lato"/>
                <a:ea typeface="Lato"/>
                <a:cs typeface="Lato"/>
                <a:sym typeface="Lato"/>
              </a:rPr>
              <a:t>SVD ( + NN )</a:t>
            </a:r>
            <a:endParaRPr b="0" i="0" sz="1300" u="none" cap="none" strike="noStrike">
              <a:solidFill>
                <a:schemeClr val="accent1"/>
              </a:solidFill>
              <a:latin typeface="Lato"/>
              <a:ea typeface="Lato"/>
              <a:cs typeface="Lato"/>
              <a:sym typeface="Lato"/>
            </a:endParaRPr>
          </a:p>
        </p:txBody>
      </p:sp>
      <p:sp>
        <p:nvSpPr>
          <p:cNvPr id="398" name="Google Shape;398;g2ee5135832c_0_0"/>
          <p:cNvSpPr txBox="1"/>
          <p:nvPr/>
        </p:nvSpPr>
        <p:spPr>
          <a:xfrm>
            <a:off x="1422525" y="847925"/>
            <a:ext cx="6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FOM</a:t>
            </a:r>
            <a:endParaRPr b="0" i="0" sz="1400" u="none" cap="none" strike="noStrike">
              <a:solidFill>
                <a:srgbClr val="000000"/>
              </a:solidFill>
              <a:latin typeface="Arial"/>
              <a:ea typeface="Arial"/>
              <a:cs typeface="Arial"/>
              <a:sym typeface="Arial"/>
            </a:endParaRPr>
          </a:p>
        </p:txBody>
      </p:sp>
      <p:cxnSp>
        <p:nvCxnSpPr>
          <p:cNvPr id="399" name="Google Shape;399;g2ee5135832c_0_0"/>
          <p:cNvCxnSpPr/>
          <p:nvPr/>
        </p:nvCxnSpPr>
        <p:spPr>
          <a:xfrm>
            <a:off x="39075" y="561775"/>
            <a:ext cx="9050100" cy="37200"/>
          </a:xfrm>
          <a:prstGeom prst="straightConnector1">
            <a:avLst/>
          </a:prstGeom>
          <a:noFill/>
          <a:ln cap="flat" cmpd="sng" w="9525">
            <a:solidFill>
              <a:srgbClr val="FF0000"/>
            </a:solidFill>
            <a:prstDash val="solid"/>
            <a:round/>
            <a:headEnd len="sm" w="sm" type="none"/>
            <a:tailEnd len="sm" w="sm" type="none"/>
          </a:ln>
        </p:spPr>
      </p:cxnSp>
      <p:cxnSp>
        <p:nvCxnSpPr>
          <p:cNvPr id="400" name="Google Shape;400;g2ee5135832c_0_0"/>
          <p:cNvCxnSpPr/>
          <p:nvPr/>
        </p:nvCxnSpPr>
        <p:spPr>
          <a:xfrm>
            <a:off x="48375" y="571075"/>
            <a:ext cx="0" cy="4018200"/>
          </a:xfrm>
          <a:prstGeom prst="straightConnector1">
            <a:avLst/>
          </a:prstGeom>
          <a:noFill/>
          <a:ln cap="flat" cmpd="sng" w="9525">
            <a:solidFill>
              <a:srgbClr val="FF0000"/>
            </a:solidFill>
            <a:prstDash val="solid"/>
            <a:round/>
            <a:headEnd len="sm" w="sm" type="none"/>
            <a:tailEnd len="sm" w="sm" type="none"/>
          </a:ln>
        </p:spPr>
      </p:cxnSp>
      <p:cxnSp>
        <p:nvCxnSpPr>
          <p:cNvPr id="401" name="Google Shape;401;g2ee5135832c_0_0"/>
          <p:cNvCxnSpPr/>
          <p:nvPr/>
        </p:nvCxnSpPr>
        <p:spPr>
          <a:xfrm flipH="1">
            <a:off x="9067500" y="602250"/>
            <a:ext cx="22800" cy="4021800"/>
          </a:xfrm>
          <a:prstGeom prst="straightConnector1">
            <a:avLst/>
          </a:prstGeom>
          <a:noFill/>
          <a:ln cap="flat" cmpd="sng" w="9525">
            <a:solidFill>
              <a:srgbClr val="FF0000"/>
            </a:solidFill>
            <a:prstDash val="solid"/>
            <a:round/>
            <a:headEnd len="sm" w="sm" type="none"/>
            <a:tailEnd len="sm" w="sm" type="none"/>
          </a:ln>
        </p:spPr>
      </p:cxnSp>
      <p:cxnSp>
        <p:nvCxnSpPr>
          <p:cNvPr id="402" name="Google Shape;402;g2ee5135832c_0_0"/>
          <p:cNvCxnSpPr/>
          <p:nvPr/>
        </p:nvCxnSpPr>
        <p:spPr>
          <a:xfrm>
            <a:off x="57150" y="4585600"/>
            <a:ext cx="8994300" cy="54300"/>
          </a:xfrm>
          <a:prstGeom prst="straightConnector1">
            <a:avLst/>
          </a:prstGeom>
          <a:noFill/>
          <a:ln cap="flat" cmpd="sng" w="9525">
            <a:solidFill>
              <a:srgbClr val="FF0000"/>
            </a:solidFill>
            <a:prstDash val="solid"/>
            <a:round/>
            <a:headEnd len="sm" w="sm" type="none"/>
            <a:tailEnd len="sm" w="sm" type="none"/>
          </a:ln>
        </p:spPr>
      </p:cxnSp>
      <p:sp>
        <p:nvSpPr>
          <p:cNvPr id="403" name="Google Shape;403;g2ee5135832c_0_0"/>
          <p:cNvSpPr txBox="1"/>
          <p:nvPr/>
        </p:nvSpPr>
        <p:spPr>
          <a:xfrm>
            <a:off x="3711250" y="4557725"/>
            <a:ext cx="42204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GB" sz="2300" u="none" cap="none" strike="noStrike">
                <a:solidFill>
                  <a:schemeClr val="dk2"/>
                </a:solidFill>
                <a:latin typeface="Lato"/>
                <a:ea typeface="Lato"/>
                <a:cs typeface="Lato"/>
                <a:sym typeface="Lato"/>
              </a:rPr>
              <a:t>RomManager.Fit(mu_train)</a:t>
            </a:r>
            <a:endParaRPr b="1" i="0" sz="2300" u="none" cap="none" strike="noStrike">
              <a:solidFill>
                <a:schemeClr val="dk2"/>
              </a:solidFill>
              <a:latin typeface="Lato"/>
              <a:ea typeface="Lato"/>
              <a:cs typeface="Lato"/>
              <a:sym typeface="Lato"/>
            </a:endParaRPr>
          </a:p>
        </p:txBody>
      </p:sp>
      <p:sp>
        <p:nvSpPr>
          <p:cNvPr id="404" name="Google Shape;404;g2ee5135832c_0_0"/>
          <p:cNvSpPr txBox="1"/>
          <p:nvPr>
            <p:ph type="title"/>
          </p:nvPr>
        </p:nvSpPr>
        <p:spPr>
          <a:xfrm>
            <a:off x="199954" y="97184"/>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H</a:t>
            </a:r>
            <a:r>
              <a:rPr b="1" lang="en-GB" sz="3000">
                <a:solidFill>
                  <a:schemeClr val="dk2"/>
                </a:solidFill>
              </a:rPr>
              <a:t>ROM</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cxnSp>
        <p:nvCxnSpPr>
          <p:cNvPr id="405" name="Google Shape;405;g2ee5135832c_0_0"/>
          <p:cNvCxnSpPr/>
          <p:nvPr/>
        </p:nvCxnSpPr>
        <p:spPr>
          <a:xfrm rot="10800000">
            <a:off x="3935425" y="2841625"/>
            <a:ext cx="1077000" cy="0"/>
          </a:xfrm>
          <a:prstGeom prst="straightConnector1">
            <a:avLst/>
          </a:prstGeom>
          <a:noFill/>
          <a:ln cap="flat" cmpd="sng" w="9525">
            <a:solidFill>
              <a:srgbClr val="4472C4"/>
            </a:solidFill>
            <a:prstDash val="solid"/>
            <a:miter lim="800000"/>
            <a:headEnd len="sm" w="sm" type="none"/>
            <a:tailEnd len="med" w="med" type="triangle"/>
          </a:ln>
        </p:spPr>
      </p:cxnSp>
      <p:sp>
        <p:nvSpPr>
          <p:cNvPr id="406" name="Google Shape;406;g2ee5135832c_0_0"/>
          <p:cNvSpPr txBox="1"/>
          <p:nvPr/>
        </p:nvSpPr>
        <p:spPr>
          <a:xfrm>
            <a:off x="3966025" y="2461675"/>
            <a:ext cx="1077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300">
                <a:solidFill>
                  <a:schemeClr val="accent1"/>
                </a:solidFill>
                <a:latin typeface="Lato"/>
                <a:ea typeface="Lato"/>
                <a:cs typeface="Lato"/>
                <a:sym typeface="Lato"/>
              </a:rPr>
              <a:t>SVD+ECM</a:t>
            </a:r>
            <a:endParaRPr/>
          </a:p>
        </p:txBody>
      </p:sp>
      <p:sp>
        <p:nvSpPr>
          <p:cNvPr id="407" name="Google Shape;407;g2ee5135832c_0_0"/>
          <p:cNvSpPr txBox="1"/>
          <p:nvPr/>
        </p:nvSpPr>
        <p:spPr>
          <a:xfrm>
            <a:off x="2297875" y="2548263"/>
            <a:ext cx="15969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Data for HROM</a:t>
            </a:r>
            <a:endParaRPr b="0" i="0" sz="1400" u="none" cap="none" strike="noStrike">
              <a:solidFill>
                <a:srgbClr val="000000"/>
              </a:solidFill>
              <a:latin typeface="Arial"/>
              <a:ea typeface="Arial"/>
              <a:cs typeface="Arial"/>
              <a:sym typeface="Arial"/>
            </a:endParaRPr>
          </a:p>
        </p:txBody>
      </p:sp>
      <p:sp>
        <p:nvSpPr>
          <p:cNvPr id="408" name="Google Shape;408;g2ee5135832c_0_0"/>
          <p:cNvSpPr txBox="1"/>
          <p:nvPr/>
        </p:nvSpPr>
        <p:spPr>
          <a:xfrm>
            <a:off x="3711250" y="4154250"/>
            <a:ext cx="5258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lang="en-GB" sz="2300">
                <a:solidFill>
                  <a:schemeClr val="dk2"/>
                </a:solidFill>
                <a:latin typeface="Lato"/>
                <a:ea typeface="Lato"/>
                <a:cs typeface="Lato"/>
                <a:sym typeface="Lato"/>
              </a:rPr>
              <a:t>rom_stages_to_train:[“ROM”, “HROM”]</a:t>
            </a:r>
            <a:endParaRPr b="1" i="0" sz="2300" u="none" cap="none" strike="noStrike">
              <a:solidFill>
                <a:schemeClr val="dk2"/>
              </a:solidFill>
              <a:latin typeface="Lato"/>
              <a:ea typeface="Lato"/>
              <a:cs typeface="Lato"/>
              <a:sym typeface="Lato"/>
            </a:endParaRPr>
          </a:p>
        </p:txBody>
      </p:sp>
      <p:sp>
        <p:nvSpPr>
          <p:cNvPr id="409" name="Google Shape;409;g2ee5135832c_0_0"/>
          <p:cNvSpPr/>
          <p:nvPr/>
        </p:nvSpPr>
        <p:spPr>
          <a:xfrm>
            <a:off x="2630675" y="3263313"/>
            <a:ext cx="125400" cy="307800"/>
          </a:xfrm>
          <a:prstGeom prst="rect">
            <a:avLst/>
          </a:prstGeom>
          <a:solidFill>
            <a:srgbClr val="E0666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i="0" sz="1350" u="none" cap="none" strike="noStrike">
              <a:solidFill>
                <a:srgbClr val="FFFFFF"/>
              </a:solidFill>
              <a:latin typeface="Calibri"/>
              <a:ea typeface="Calibri"/>
              <a:cs typeface="Calibri"/>
              <a:sym typeface="Calibri"/>
            </a:endParaRPr>
          </a:p>
        </p:txBody>
      </p:sp>
      <p:cxnSp>
        <p:nvCxnSpPr>
          <p:cNvPr id="410" name="Google Shape;410;g2ee5135832c_0_0"/>
          <p:cNvCxnSpPr/>
          <p:nvPr/>
        </p:nvCxnSpPr>
        <p:spPr>
          <a:xfrm>
            <a:off x="2327429" y="3416313"/>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411" name="Google Shape;411;g2ee5135832c_0_0"/>
          <p:cNvSpPr/>
          <p:nvPr/>
        </p:nvSpPr>
        <p:spPr>
          <a:xfrm>
            <a:off x="2611925" y="3992075"/>
            <a:ext cx="125400" cy="307800"/>
          </a:xfrm>
          <a:prstGeom prst="rect">
            <a:avLst/>
          </a:prstGeom>
          <a:solidFill>
            <a:srgbClr val="E0666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pic>
        <p:nvPicPr>
          <p:cNvPr descr="&lt;math xmlns=&quot;http://www.w3.org/1998/Math/MathML&quot;&gt;&lt;mo&gt;&amp;#x22EE;&lt;/mo&gt;&lt;/math&gt;" id="412" name="Google Shape;412;g2ee5135832c_0_0" title="vertical ellipsis"/>
          <p:cNvPicPr preferRelativeResize="0"/>
          <p:nvPr/>
        </p:nvPicPr>
        <p:blipFill rotWithShape="1">
          <a:blip r:embed="rId3">
            <a:alphaModFix/>
          </a:blip>
          <a:srcRect b="0" l="0" r="0" t="0"/>
          <a:stretch/>
        </p:blipFill>
        <p:spPr>
          <a:xfrm>
            <a:off x="2565138" y="3682635"/>
            <a:ext cx="256475" cy="197925"/>
          </a:xfrm>
          <a:prstGeom prst="rect">
            <a:avLst/>
          </a:prstGeom>
          <a:noFill/>
          <a:ln>
            <a:noFill/>
          </a:ln>
        </p:spPr>
      </p:pic>
      <p:cxnSp>
        <p:nvCxnSpPr>
          <p:cNvPr id="413" name="Google Shape;413;g2ee5135832c_0_0"/>
          <p:cNvCxnSpPr/>
          <p:nvPr/>
        </p:nvCxnSpPr>
        <p:spPr>
          <a:xfrm>
            <a:off x="2348854" y="4145088"/>
            <a:ext cx="216300" cy="18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sub&gt;&lt;mi&gt;&amp;#x3BC;&lt;/mi&gt;&lt;mn&gt;1&lt;/mn&gt;&lt;/msub&gt;&lt;/math&gt;" id="414" name="Google Shape;414;g2ee5135832c_0_0" title="mu subscript 1"/>
          <p:cNvPicPr preferRelativeResize="0"/>
          <p:nvPr/>
        </p:nvPicPr>
        <p:blipFill rotWithShape="1">
          <a:blip r:embed="rId4">
            <a:alphaModFix/>
          </a:blip>
          <a:srcRect b="0" l="0" r="0" t="0"/>
          <a:stretch/>
        </p:blipFill>
        <p:spPr>
          <a:xfrm>
            <a:off x="624643" y="3368850"/>
            <a:ext cx="211200" cy="169754"/>
          </a:xfrm>
          <a:prstGeom prst="rect">
            <a:avLst/>
          </a:prstGeom>
          <a:noFill/>
          <a:ln>
            <a:noFill/>
          </a:ln>
        </p:spPr>
      </p:pic>
      <p:pic>
        <p:nvPicPr>
          <p:cNvPr descr="&lt;math xmlns=&quot;http://www.w3.org/1998/Math/MathML&quot;&gt;&lt;msub&gt;&lt;mi&gt;&amp;#x3BC;&lt;/mi&gt;&lt;mi&gt;p&lt;/mi&gt;&lt;/msub&gt;&lt;/math&gt;" id="415" name="Google Shape;415;g2ee5135832c_0_0" title="mu subscript p"/>
          <p:cNvPicPr preferRelativeResize="0"/>
          <p:nvPr/>
        </p:nvPicPr>
        <p:blipFill rotWithShape="1">
          <a:blip r:embed="rId5">
            <a:alphaModFix/>
          </a:blip>
          <a:srcRect b="0" l="0" r="0" t="0"/>
          <a:stretch/>
        </p:blipFill>
        <p:spPr>
          <a:xfrm>
            <a:off x="601995" y="4007345"/>
            <a:ext cx="256500" cy="235700"/>
          </a:xfrm>
          <a:prstGeom prst="rect">
            <a:avLst/>
          </a:prstGeom>
          <a:noFill/>
          <a:ln>
            <a:noFill/>
          </a:ln>
        </p:spPr>
      </p:pic>
      <p:pic>
        <p:nvPicPr>
          <p:cNvPr descr="&lt;math xmlns=&quot;http://www.w3.org/1998/Math/MathML&quot;&gt;&lt;mo&gt;&amp;#x22EE;&lt;/mo&gt;&lt;/math&gt;" id="416" name="Google Shape;416;g2ee5135832c_0_0" title="vertical ellipsis"/>
          <p:cNvPicPr preferRelativeResize="0"/>
          <p:nvPr/>
        </p:nvPicPr>
        <p:blipFill rotWithShape="1">
          <a:blip r:embed="rId3">
            <a:alphaModFix/>
          </a:blip>
          <a:srcRect b="0" l="0" r="0" t="0"/>
          <a:stretch/>
        </p:blipFill>
        <p:spPr>
          <a:xfrm>
            <a:off x="624650" y="3674023"/>
            <a:ext cx="256475" cy="197925"/>
          </a:xfrm>
          <a:prstGeom prst="rect">
            <a:avLst/>
          </a:prstGeom>
          <a:noFill/>
          <a:ln>
            <a:noFill/>
          </a:ln>
        </p:spPr>
      </p:pic>
      <p:cxnSp>
        <p:nvCxnSpPr>
          <p:cNvPr id="417" name="Google Shape;417;g2ee5135832c_0_0"/>
          <p:cNvCxnSpPr/>
          <p:nvPr/>
        </p:nvCxnSpPr>
        <p:spPr>
          <a:xfrm>
            <a:off x="903317" y="3452825"/>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418" name="Google Shape;418;g2ee5135832c_0_0"/>
          <p:cNvCxnSpPr/>
          <p:nvPr/>
        </p:nvCxnSpPr>
        <p:spPr>
          <a:xfrm>
            <a:off x="903329" y="4145063"/>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419" name="Google Shape;419;g2ee5135832c_0_0"/>
          <p:cNvSpPr/>
          <p:nvPr/>
        </p:nvSpPr>
        <p:spPr>
          <a:xfrm>
            <a:off x="1149175" y="2972250"/>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g2ee5135832c_0_0"/>
          <p:cNvSpPr txBox="1"/>
          <p:nvPr/>
        </p:nvSpPr>
        <p:spPr>
          <a:xfrm>
            <a:off x="1272388" y="32540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1" name="Google Shape;421;g2ee5135832c_0_0"/>
          <p:cNvPicPr preferRelativeResize="0"/>
          <p:nvPr/>
        </p:nvPicPr>
        <p:blipFill rotWithShape="1">
          <a:blip r:embed="rId6">
            <a:alphaModFix/>
          </a:blip>
          <a:srcRect b="0" l="0" r="0" t="0"/>
          <a:stretch/>
        </p:blipFill>
        <p:spPr>
          <a:xfrm>
            <a:off x="1383571" y="3328905"/>
            <a:ext cx="703149" cy="158064"/>
          </a:xfrm>
          <a:prstGeom prst="rect">
            <a:avLst/>
          </a:prstGeom>
          <a:noFill/>
          <a:ln>
            <a:noFill/>
          </a:ln>
        </p:spPr>
      </p:pic>
      <p:pic>
        <p:nvPicPr>
          <p:cNvPr descr="&lt;math xmlns=&quot;http://www.w3.org/1998/Math/MathML&quot;&gt;&lt;mo&gt;&amp;#x22EE;&lt;/mo&gt;&lt;/math&gt;" id="422" name="Google Shape;422;g2ee5135832c_0_0" title="vertical ellipsis"/>
          <p:cNvPicPr preferRelativeResize="0"/>
          <p:nvPr/>
        </p:nvPicPr>
        <p:blipFill rotWithShape="1">
          <a:blip r:embed="rId3">
            <a:alphaModFix/>
          </a:blip>
          <a:srcRect b="0" l="0" r="0" t="0"/>
          <a:stretch/>
        </p:blipFill>
        <p:spPr>
          <a:xfrm>
            <a:off x="1606887" y="3673385"/>
            <a:ext cx="256475" cy="197925"/>
          </a:xfrm>
          <a:prstGeom prst="rect">
            <a:avLst/>
          </a:prstGeom>
          <a:noFill/>
          <a:ln>
            <a:noFill/>
          </a:ln>
        </p:spPr>
      </p:pic>
      <p:sp>
        <p:nvSpPr>
          <p:cNvPr id="423" name="Google Shape;423;g2ee5135832c_0_0"/>
          <p:cNvSpPr txBox="1"/>
          <p:nvPr/>
        </p:nvSpPr>
        <p:spPr>
          <a:xfrm>
            <a:off x="1293813" y="398281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4" name="Google Shape;424;g2ee5135832c_0_0"/>
          <p:cNvPicPr preferRelativeResize="0"/>
          <p:nvPr/>
        </p:nvPicPr>
        <p:blipFill rotWithShape="1">
          <a:blip r:embed="rId6">
            <a:alphaModFix/>
          </a:blip>
          <a:srcRect b="0" l="0" r="0" t="0"/>
          <a:stretch/>
        </p:blipFill>
        <p:spPr>
          <a:xfrm>
            <a:off x="1404996" y="4057680"/>
            <a:ext cx="703149" cy="158064"/>
          </a:xfrm>
          <a:prstGeom prst="rect">
            <a:avLst/>
          </a:prstGeom>
          <a:noFill/>
          <a:ln>
            <a:noFill/>
          </a:ln>
        </p:spPr>
      </p:pic>
      <p:sp>
        <p:nvSpPr>
          <p:cNvPr id="425" name="Google Shape;425;g2ee5135832c_0_0"/>
          <p:cNvSpPr txBox="1"/>
          <p:nvPr/>
        </p:nvSpPr>
        <p:spPr>
          <a:xfrm>
            <a:off x="1422525" y="2914400"/>
            <a:ext cx="1077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GB"/>
              <a:t>HROM</a:t>
            </a:r>
            <a:endParaRPr b="0" i="0" sz="1400" u="none" cap="none" strike="noStrike">
              <a:solidFill>
                <a:srgbClr val="000000"/>
              </a:solidFill>
              <a:latin typeface="Arial"/>
              <a:ea typeface="Arial"/>
              <a:cs typeface="Arial"/>
              <a:sym typeface="Arial"/>
            </a:endParaRPr>
          </a:p>
        </p:txBody>
      </p:sp>
      <p:cxnSp>
        <p:nvCxnSpPr>
          <p:cNvPr id="426" name="Google Shape;426;g2ee5135832c_0_0"/>
          <p:cNvCxnSpPr>
            <a:stCxn id="407" idx="1"/>
          </p:cNvCxnSpPr>
          <p:nvPr/>
        </p:nvCxnSpPr>
        <p:spPr>
          <a:xfrm flipH="1">
            <a:off x="1749175" y="2748363"/>
            <a:ext cx="548700" cy="185400"/>
          </a:xfrm>
          <a:prstGeom prst="straightConnector1">
            <a:avLst/>
          </a:prstGeom>
          <a:noFill/>
          <a:ln cap="flat" cmpd="sng" w="9525">
            <a:solidFill>
              <a:srgbClr val="4472C4"/>
            </a:solidFill>
            <a:prstDash val="solid"/>
            <a:miter lim="800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2ee5135832c_0_553"/>
          <p:cNvSpPr txBox="1"/>
          <p:nvPr>
            <p:ph type="title"/>
          </p:nvPr>
        </p:nvSpPr>
        <p:spPr>
          <a:xfrm>
            <a:off x="199954" y="97184"/>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HROM</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pic>
        <p:nvPicPr>
          <p:cNvPr descr="A green square with black text&#10;&#10;Description automatically generated" id="433" name="Google Shape;433;g2ee5135832c_0_553"/>
          <p:cNvPicPr preferRelativeResize="0"/>
          <p:nvPr/>
        </p:nvPicPr>
        <p:blipFill rotWithShape="1">
          <a:blip r:embed="rId3">
            <a:alphaModFix/>
          </a:blip>
          <a:srcRect b="0" l="0" r="0" t="0"/>
          <a:stretch/>
        </p:blipFill>
        <p:spPr>
          <a:xfrm>
            <a:off x="2829127" y="931340"/>
            <a:ext cx="1938087" cy="1624575"/>
          </a:xfrm>
          <a:prstGeom prst="rect">
            <a:avLst/>
          </a:prstGeom>
          <a:noFill/>
          <a:ln>
            <a:noFill/>
          </a:ln>
        </p:spPr>
      </p:pic>
      <p:pic>
        <p:nvPicPr>
          <p:cNvPr descr="A picture containing text&#10;&#10;Description automatically generated" id="434" name="Google Shape;434;g2ee5135832c_0_553"/>
          <p:cNvPicPr preferRelativeResize="0"/>
          <p:nvPr/>
        </p:nvPicPr>
        <p:blipFill rotWithShape="1">
          <a:blip r:embed="rId4">
            <a:alphaModFix/>
          </a:blip>
          <a:srcRect b="0" l="0" r="0" t="0"/>
          <a:stretch/>
        </p:blipFill>
        <p:spPr>
          <a:xfrm>
            <a:off x="7915760" y="916142"/>
            <a:ext cx="336199" cy="1643321"/>
          </a:xfrm>
          <a:prstGeom prst="rect">
            <a:avLst/>
          </a:prstGeom>
          <a:noFill/>
          <a:ln>
            <a:noFill/>
          </a:ln>
        </p:spPr>
      </p:pic>
      <p:pic>
        <p:nvPicPr>
          <p:cNvPr id="435" name="Google Shape;435;g2ee5135832c_0_553"/>
          <p:cNvPicPr preferRelativeResize="0"/>
          <p:nvPr/>
        </p:nvPicPr>
        <p:blipFill rotWithShape="1">
          <a:blip r:embed="rId5">
            <a:alphaModFix/>
          </a:blip>
          <a:srcRect b="0" l="0" r="0" t="0"/>
          <a:stretch/>
        </p:blipFill>
        <p:spPr>
          <a:xfrm>
            <a:off x="5826766" y="1725896"/>
            <a:ext cx="158211" cy="18745"/>
          </a:xfrm>
          <a:prstGeom prst="rect">
            <a:avLst/>
          </a:prstGeom>
          <a:noFill/>
          <a:ln>
            <a:noFill/>
          </a:ln>
        </p:spPr>
      </p:pic>
      <p:pic>
        <p:nvPicPr>
          <p:cNvPr descr="A picture containing chart&#10;&#10;Description automatically generated" id="436" name="Google Shape;436;g2ee5135832c_0_553"/>
          <p:cNvPicPr preferRelativeResize="0"/>
          <p:nvPr/>
        </p:nvPicPr>
        <p:blipFill rotWithShape="1">
          <a:blip r:embed="rId6">
            <a:alphaModFix/>
          </a:blip>
          <a:srcRect b="0" l="0" r="0" t="0"/>
          <a:stretch/>
        </p:blipFill>
        <p:spPr>
          <a:xfrm>
            <a:off x="4795185" y="930496"/>
            <a:ext cx="626253" cy="1599582"/>
          </a:xfrm>
          <a:prstGeom prst="rect">
            <a:avLst/>
          </a:prstGeom>
          <a:noFill/>
          <a:ln>
            <a:noFill/>
          </a:ln>
        </p:spPr>
      </p:pic>
      <p:pic>
        <p:nvPicPr>
          <p:cNvPr descr="A picture containing text&#10;&#10;Description automatically generated" id="437" name="Google Shape;437;g2ee5135832c_0_553"/>
          <p:cNvPicPr preferRelativeResize="0"/>
          <p:nvPr/>
        </p:nvPicPr>
        <p:blipFill rotWithShape="1">
          <a:blip r:embed="rId7">
            <a:alphaModFix/>
          </a:blip>
          <a:srcRect b="0" l="0" r="0" t="0"/>
          <a:stretch/>
        </p:blipFill>
        <p:spPr>
          <a:xfrm>
            <a:off x="833135" y="932269"/>
            <a:ext cx="1898535" cy="418640"/>
          </a:xfrm>
          <a:prstGeom prst="rect">
            <a:avLst/>
          </a:prstGeom>
          <a:noFill/>
          <a:ln>
            <a:noFill/>
          </a:ln>
        </p:spPr>
      </p:pic>
      <p:pic>
        <p:nvPicPr>
          <p:cNvPr descr="A picture containing text&#10;&#10;Description automatically generated" id="438" name="Google Shape;438;g2ee5135832c_0_553"/>
          <p:cNvPicPr preferRelativeResize="0"/>
          <p:nvPr/>
        </p:nvPicPr>
        <p:blipFill rotWithShape="1">
          <a:blip r:embed="rId7">
            <a:alphaModFix/>
          </a:blip>
          <a:srcRect b="0" l="0" r="0" t="0"/>
          <a:stretch/>
        </p:blipFill>
        <p:spPr>
          <a:xfrm>
            <a:off x="5985690" y="918759"/>
            <a:ext cx="1898535" cy="418640"/>
          </a:xfrm>
          <a:prstGeom prst="rect">
            <a:avLst/>
          </a:prstGeom>
          <a:noFill/>
          <a:ln>
            <a:noFill/>
          </a:ln>
        </p:spPr>
      </p:pic>
      <p:pic>
        <p:nvPicPr>
          <p:cNvPr id="439" name="Google Shape;439;g2ee5135832c_0_553"/>
          <p:cNvPicPr preferRelativeResize="0"/>
          <p:nvPr/>
        </p:nvPicPr>
        <p:blipFill rotWithShape="1">
          <a:blip r:embed="rId8">
            <a:alphaModFix/>
          </a:blip>
          <a:srcRect b="0" l="0" r="0" t="0"/>
          <a:stretch/>
        </p:blipFill>
        <p:spPr>
          <a:xfrm>
            <a:off x="5407364" y="928639"/>
            <a:ext cx="290054" cy="412392"/>
          </a:xfrm>
          <a:prstGeom prst="rect">
            <a:avLst/>
          </a:prstGeom>
          <a:noFill/>
          <a:ln>
            <a:noFill/>
          </a:ln>
        </p:spPr>
      </p:pic>
      <p:pic>
        <p:nvPicPr>
          <p:cNvPr id="440" name="Google Shape;440;g2ee5135832c_0_553"/>
          <p:cNvPicPr preferRelativeResize="0"/>
          <p:nvPr/>
        </p:nvPicPr>
        <p:blipFill rotWithShape="1">
          <a:blip r:embed="rId9">
            <a:alphaModFix/>
          </a:blip>
          <a:srcRect b="0" l="0" r="0" t="0"/>
          <a:stretch/>
        </p:blipFill>
        <p:spPr>
          <a:xfrm>
            <a:off x="4060300" y="2490875"/>
            <a:ext cx="706931" cy="170575"/>
          </a:xfrm>
          <a:prstGeom prst="rect">
            <a:avLst/>
          </a:prstGeom>
          <a:noFill/>
          <a:ln>
            <a:noFill/>
          </a:ln>
        </p:spPr>
      </p:pic>
      <p:pic>
        <p:nvPicPr>
          <p:cNvPr id="441" name="Google Shape;441;g2ee5135832c_0_553"/>
          <p:cNvPicPr preferRelativeResize="0"/>
          <p:nvPr/>
        </p:nvPicPr>
        <p:blipFill rotWithShape="1">
          <a:blip r:embed="rId9">
            <a:alphaModFix/>
          </a:blip>
          <a:srcRect b="0" l="0" r="56480" t="0"/>
          <a:stretch/>
        </p:blipFill>
        <p:spPr>
          <a:xfrm>
            <a:off x="8124325" y="2471950"/>
            <a:ext cx="375957" cy="208450"/>
          </a:xfrm>
          <a:prstGeom prst="rect">
            <a:avLst/>
          </a:prstGeom>
          <a:noFill/>
          <a:ln>
            <a:noFill/>
          </a:ln>
        </p:spPr>
      </p:pic>
      <p:pic>
        <p:nvPicPr>
          <p:cNvPr id="442" name="Google Shape;442;g2ee5135832c_0_553"/>
          <p:cNvPicPr preferRelativeResize="0"/>
          <p:nvPr/>
        </p:nvPicPr>
        <p:blipFill rotWithShape="1">
          <a:blip r:embed="rId10">
            <a:alphaModFix/>
          </a:blip>
          <a:srcRect b="0" l="0" r="0" t="0"/>
          <a:stretch/>
        </p:blipFill>
        <p:spPr>
          <a:xfrm>
            <a:off x="5120425" y="2471938"/>
            <a:ext cx="863942" cy="208450"/>
          </a:xfrm>
          <a:prstGeom prst="rect">
            <a:avLst/>
          </a:prstGeom>
          <a:noFill/>
          <a:ln>
            <a:noFill/>
          </a:ln>
        </p:spPr>
      </p:pic>
      <p:pic>
        <p:nvPicPr>
          <p:cNvPr id="443" name="Google Shape;443;g2ee5135832c_0_553"/>
          <p:cNvPicPr preferRelativeResize="0"/>
          <p:nvPr/>
        </p:nvPicPr>
        <p:blipFill rotWithShape="1">
          <a:blip r:embed="rId10">
            <a:alphaModFix/>
          </a:blip>
          <a:srcRect b="0" l="68762" r="8603" t="0"/>
          <a:stretch/>
        </p:blipFill>
        <p:spPr>
          <a:xfrm>
            <a:off x="5605812" y="1268575"/>
            <a:ext cx="195527" cy="208450"/>
          </a:xfrm>
          <a:prstGeom prst="rect">
            <a:avLst/>
          </a:prstGeom>
          <a:noFill/>
          <a:ln>
            <a:noFill/>
          </a:ln>
        </p:spPr>
      </p:pic>
      <p:pic>
        <p:nvPicPr>
          <p:cNvPr id="444" name="Google Shape;444;g2ee5135832c_0_553"/>
          <p:cNvPicPr preferRelativeResize="0"/>
          <p:nvPr/>
        </p:nvPicPr>
        <p:blipFill rotWithShape="1">
          <a:blip r:embed="rId11">
            <a:alphaModFix/>
          </a:blip>
          <a:srcRect b="0" l="0" r="0" t="0"/>
          <a:stretch/>
        </p:blipFill>
        <p:spPr>
          <a:xfrm>
            <a:off x="2174575" y="1287513"/>
            <a:ext cx="654550" cy="170575"/>
          </a:xfrm>
          <a:prstGeom prst="rect">
            <a:avLst/>
          </a:prstGeom>
          <a:noFill/>
          <a:ln>
            <a:noFill/>
          </a:ln>
        </p:spPr>
      </p:pic>
      <p:pic>
        <p:nvPicPr>
          <p:cNvPr id="445" name="Google Shape;445;g2ee5135832c_0_553"/>
          <p:cNvPicPr preferRelativeResize="0"/>
          <p:nvPr/>
        </p:nvPicPr>
        <p:blipFill rotWithShape="1">
          <a:blip r:embed="rId11">
            <a:alphaModFix/>
          </a:blip>
          <a:srcRect b="0" l="0" r="0" t="0"/>
          <a:stretch/>
        </p:blipFill>
        <p:spPr>
          <a:xfrm>
            <a:off x="7261200" y="1268563"/>
            <a:ext cx="654550" cy="170575"/>
          </a:xfrm>
          <a:prstGeom prst="rect">
            <a:avLst/>
          </a:prstGeom>
          <a:noFill/>
          <a:ln>
            <a:noFill/>
          </a:ln>
        </p:spPr>
      </p:pic>
      <p:sp>
        <p:nvSpPr>
          <p:cNvPr id="446" name="Google Shape;446;g2ee5135832c_0_553"/>
          <p:cNvSpPr/>
          <p:nvPr/>
        </p:nvSpPr>
        <p:spPr>
          <a:xfrm>
            <a:off x="1405100" y="2956000"/>
            <a:ext cx="1611900" cy="159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7" name="Google Shape;447;g2ee5135832c_0_553"/>
          <p:cNvSpPr txBox="1"/>
          <p:nvPr/>
        </p:nvSpPr>
        <p:spPr>
          <a:xfrm>
            <a:off x="1857650" y="4667925"/>
            <a:ext cx="7068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Global</a:t>
            </a:r>
            <a:endParaRPr sz="1300">
              <a:solidFill>
                <a:schemeClr val="accent1"/>
              </a:solidFill>
              <a:latin typeface="Lato"/>
              <a:ea typeface="Lato"/>
              <a:cs typeface="Lato"/>
              <a:sym typeface="Lato"/>
            </a:endParaRPr>
          </a:p>
        </p:txBody>
      </p:sp>
      <p:sp>
        <p:nvSpPr>
          <p:cNvPr id="448" name="Google Shape;448;g2ee5135832c_0_553"/>
          <p:cNvSpPr/>
          <p:nvPr/>
        </p:nvSpPr>
        <p:spPr>
          <a:xfrm>
            <a:off x="4248950" y="2827975"/>
            <a:ext cx="375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j</a:t>
            </a:r>
            <a:endParaRPr>
              <a:latin typeface="Lato"/>
              <a:ea typeface="Lato"/>
              <a:cs typeface="Lato"/>
              <a:sym typeface="Lato"/>
            </a:endParaRPr>
          </a:p>
        </p:txBody>
      </p:sp>
      <p:pic>
        <p:nvPicPr>
          <p:cNvPr id="449" name="Google Shape;449;g2ee5135832c_0_553"/>
          <p:cNvPicPr preferRelativeResize="0"/>
          <p:nvPr/>
        </p:nvPicPr>
        <p:blipFill rotWithShape="1">
          <a:blip r:embed="rId8">
            <a:alphaModFix/>
          </a:blip>
          <a:srcRect b="0" l="0" r="0" t="0"/>
          <a:stretch/>
        </p:blipFill>
        <p:spPr>
          <a:xfrm>
            <a:off x="4742389" y="2827964"/>
            <a:ext cx="290054" cy="412392"/>
          </a:xfrm>
          <a:prstGeom prst="rect">
            <a:avLst/>
          </a:prstGeom>
          <a:noFill/>
          <a:ln>
            <a:noFill/>
          </a:ln>
        </p:spPr>
      </p:pic>
      <p:sp>
        <p:nvSpPr>
          <p:cNvPr id="450" name="Google Shape;450;g2ee5135832c_0_553"/>
          <p:cNvSpPr/>
          <p:nvPr/>
        </p:nvSpPr>
        <p:spPr>
          <a:xfrm>
            <a:off x="5243400" y="2827975"/>
            <a:ext cx="249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r</a:t>
            </a:r>
            <a:endParaRPr>
              <a:latin typeface="Lato"/>
              <a:ea typeface="Lato"/>
              <a:cs typeface="Lato"/>
              <a:sym typeface="Lato"/>
            </a:endParaRPr>
          </a:p>
        </p:txBody>
      </p:sp>
      <p:sp>
        <p:nvSpPr>
          <p:cNvPr id="451" name="Google Shape;451;g2ee5135832c_0_553"/>
          <p:cNvSpPr txBox="1"/>
          <p:nvPr/>
        </p:nvSpPr>
        <p:spPr>
          <a:xfrm>
            <a:off x="4951550" y="2827975"/>
            <a:ext cx="249900" cy="4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p:txBody>
      </p:sp>
      <p:pic>
        <p:nvPicPr>
          <p:cNvPr id="452" name="Google Shape;452;g2ee5135832c_0_553"/>
          <p:cNvPicPr preferRelativeResize="0"/>
          <p:nvPr/>
        </p:nvPicPr>
        <p:blipFill rotWithShape="1">
          <a:blip r:embed="rId10">
            <a:alphaModFix/>
          </a:blip>
          <a:srcRect b="0" l="68762" r="8603" t="0"/>
          <a:stretch/>
        </p:blipFill>
        <p:spPr>
          <a:xfrm>
            <a:off x="5535262" y="3159513"/>
            <a:ext cx="195527" cy="208450"/>
          </a:xfrm>
          <a:prstGeom prst="rect">
            <a:avLst/>
          </a:prstGeom>
          <a:noFill/>
          <a:ln>
            <a:noFill/>
          </a:ln>
        </p:spPr>
      </p:pic>
      <p:pic>
        <p:nvPicPr>
          <p:cNvPr id="453" name="Google Shape;453;g2ee5135832c_0_553"/>
          <p:cNvPicPr preferRelativeResize="0"/>
          <p:nvPr/>
        </p:nvPicPr>
        <p:blipFill rotWithShape="1">
          <a:blip r:embed="rId11">
            <a:alphaModFix/>
          </a:blip>
          <a:srcRect b="0" l="0" r="27017" t="0"/>
          <a:stretch/>
        </p:blipFill>
        <p:spPr>
          <a:xfrm>
            <a:off x="4372500" y="3178450"/>
            <a:ext cx="477706" cy="170575"/>
          </a:xfrm>
          <a:prstGeom prst="rect">
            <a:avLst/>
          </a:prstGeom>
          <a:noFill/>
          <a:ln>
            <a:noFill/>
          </a:ln>
        </p:spPr>
      </p:pic>
      <p:pic>
        <p:nvPicPr>
          <p:cNvPr id="454" name="Google Shape;454;g2ee5135832c_0_553"/>
          <p:cNvPicPr preferRelativeResize="0"/>
          <p:nvPr/>
        </p:nvPicPr>
        <p:blipFill rotWithShape="1">
          <a:blip r:embed="rId10">
            <a:alphaModFix/>
          </a:blip>
          <a:srcRect b="0" l="68762" r="8603" t="0"/>
          <a:stretch/>
        </p:blipFill>
        <p:spPr>
          <a:xfrm>
            <a:off x="4982287" y="3159488"/>
            <a:ext cx="195527" cy="208450"/>
          </a:xfrm>
          <a:prstGeom prst="rect">
            <a:avLst/>
          </a:prstGeom>
          <a:noFill/>
          <a:ln>
            <a:noFill/>
          </a:ln>
        </p:spPr>
      </p:pic>
      <p:sp>
        <p:nvSpPr>
          <p:cNvPr id="455" name="Google Shape;455;g2ee5135832c_0_553"/>
          <p:cNvSpPr txBox="1"/>
          <p:nvPr/>
        </p:nvSpPr>
        <p:spPr>
          <a:xfrm>
            <a:off x="6698225" y="4779775"/>
            <a:ext cx="11859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Elemental</a:t>
            </a:r>
            <a:endParaRPr sz="1300">
              <a:solidFill>
                <a:schemeClr val="accent1"/>
              </a:solidFill>
              <a:latin typeface="Lato"/>
              <a:ea typeface="Lato"/>
              <a:cs typeface="Lato"/>
              <a:sym typeface="Lato"/>
            </a:endParaRPr>
          </a:p>
        </p:txBody>
      </p:sp>
      <p:sp>
        <p:nvSpPr>
          <p:cNvPr id="456" name="Google Shape;456;g2ee5135832c_0_553"/>
          <p:cNvSpPr/>
          <p:nvPr/>
        </p:nvSpPr>
        <p:spPr>
          <a:xfrm>
            <a:off x="6917300" y="3818800"/>
            <a:ext cx="412200" cy="41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7" name="Google Shape;457;g2ee5135832c_0_553"/>
          <p:cNvSpPr/>
          <p:nvPr/>
        </p:nvSpPr>
        <p:spPr>
          <a:xfrm>
            <a:off x="4736300" y="397155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8" name="Google Shape;458;g2ee5135832c_0_553"/>
          <p:cNvSpPr/>
          <p:nvPr/>
        </p:nvSpPr>
        <p:spPr>
          <a:xfrm>
            <a:off x="4326738" y="3971550"/>
            <a:ext cx="195600" cy="2085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9" name="Google Shape;459;g2ee5135832c_0_553"/>
          <p:cNvSpPr txBox="1"/>
          <p:nvPr/>
        </p:nvSpPr>
        <p:spPr>
          <a:xfrm>
            <a:off x="4486400" y="3887800"/>
            <a:ext cx="249900" cy="4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p:txBody>
      </p:sp>
      <p:sp>
        <p:nvSpPr>
          <p:cNvPr id="460" name="Google Shape;460;g2ee5135832c_0_553"/>
          <p:cNvSpPr txBox="1"/>
          <p:nvPr/>
        </p:nvSpPr>
        <p:spPr>
          <a:xfrm>
            <a:off x="4757863" y="3866025"/>
            <a:ext cx="441600" cy="4125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Lato"/>
              <a:buChar char="●"/>
            </a:pPr>
            <a:r>
              <a:t/>
            </a:r>
            <a:endParaRPr sz="1300">
              <a:solidFill>
                <a:schemeClr val="accent1"/>
              </a:solidFill>
              <a:latin typeface="Lato"/>
              <a:ea typeface="Lato"/>
              <a:cs typeface="Lato"/>
              <a:sym typeface="Lato"/>
            </a:endParaRPr>
          </a:p>
        </p:txBody>
      </p:sp>
      <p:sp>
        <p:nvSpPr>
          <p:cNvPr id="461" name="Google Shape;461;g2ee5135832c_0_553"/>
          <p:cNvSpPr txBox="1"/>
          <p:nvPr/>
        </p:nvSpPr>
        <p:spPr>
          <a:xfrm>
            <a:off x="5057640" y="3883350"/>
            <a:ext cx="477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rgbClr val="FF0000"/>
                </a:solidFill>
                <a:latin typeface="Lato"/>
                <a:ea typeface="Lato"/>
                <a:cs typeface="Lato"/>
                <a:sym typeface="Lato"/>
              </a:rPr>
              <a:t>w</a:t>
            </a:r>
            <a:endParaRPr/>
          </a:p>
        </p:txBody>
      </p:sp>
      <p:sp>
        <p:nvSpPr>
          <p:cNvPr id="462" name="Google Shape;462;g2ee5135832c_0_553"/>
          <p:cNvSpPr/>
          <p:nvPr/>
        </p:nvSpPr>
        <p:spPr>
          <a:xfrm>
            <a:off x="1684588" y="3261550"/>
            <a:ext cx="195600" cy="2085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3" name="Google Shape;463;g2ee5135832c_0_553"/>
          <p:cNvSpPr/>
          <p:nvPr/>
        </p:nvSpPr>
        <p:spPr>
          <a:xfrm>
            <a:off x="2109788" y="3679300"/>
            <a:ext cx="195600" cy="2085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4" name="Google Shape;464;g2ee5135832c_0_553"/>
          <p:cNvSpPr/>
          <p:nvPr/>
        </p:nvSpPr>
        <p:spPr>
          <a:xfrm>
            <a:off x="2791113" y="4347100"/>
            <a:ext cx="195600" cy="2085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2ee5135832c_0_687"/>
          <p:cNvSpPr txBox="1"/>
          <p:nvPr>
            <p:ph type="title"/>
          </p:nvPr>
        </p:nvSpPr>
        <p:spPr>
          <a:xfrm>
            <a:off x="199954" y="97184"/>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HROM</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pic>
        <p:nvPicPr>
          <p:cNvPr descr="A green square with black text&#10;&#10;Description automatically generated" id="471" name="Google Shape;471;g2ee5135832c_0_687"/>
          <p:cNvPicPr preferRelativeResize="0"/>
          <p:nvPr/>
        </p:nvPicPr>
        <p:blipFill rotWithShape="1">
          <a:blip r:embed="rId3">
            <a:alphaModFix/>
          </a:blip>
          <a:srcRect b="0" l="0" r="0" t="0"/>
          <a:stretch/>
        </p:blipFill>
        <p:spPr>
          <a:xfrm>
            <a:off x="2829127" y="931340"/>
            <a:ext cx="1938087" cy="1624575"/>
          </a:xfrm>
          <a:prstGeom prst="rect">
            <a:avLst/>
          </a:prstGeom>
          <a:noFill/>
          <a:ln>
            <a:noFill/>
          </a:ln>
        </p:spPr>
      </p:pic>
      <p:pic>
        <p:nvPicPr>
          <p:cNvPr descr="A picture containing text&#10;&#10;Description automatically generated" id="472" name="Google Shape;472;g2ee5135832c_0_687"/>
          <p:cNvPicPr preferRelativeResize="0"/>
          <p:nvPr/>
        </p:nvPicPr>
        <p:blipFill rotWithShape="1">
          <a:blip r:embed="rId4">
            <a:alphaModFix/>
          </a:blip>
          <a:srcRect b="0" l="0" r="0" t="0"/>
          <a:stretch/>
        </p:blipFill>
        <p:spPr>
          <a:xfrm>
            <a:off x="7915760" y="916142"/>
            <a:ext cx="336199" cy="1643321"/>
          </a:xfrm>
          <a:prstGeom prst="rect">
            <a:avLst/>
          </a:prstGeom>
          <a:noFill/>
          <a:ln>
            <a:noFill/>
          </a:ln>
        </p:spPr>
      </p:pic>
      <p:pic>
        <p:nvPicPr>
          <p:cNvPr id="473" name="Google Shape;473;g2ee5135832c_0_687"/>
          <p:cNvPicPr preferRelativeResize="0"/>
          <p:nvPr/>
        </p:nvPicPr>
        <p:blipFill rotWithShape="1">
          <a:blip r:embed="rId5">
            <a:alphaModFix/>
          </a:blip>
          <a:srcRect b="0" l="0" r="0" t="0"/>
          <a:stretch/>
        </p:blipFill>
        <p:spPr>
          <a:xfrm>
            <a:off x="5826766" y="1725896"/>
            <a:ext cx="158211" cy="18745"/>
          </a:xfrm>
          <a:prstGeom prst="rect">
            <a:avLst/>
          </a:prstGeom>
          <a:noFill/>
          <a:ln>
            <a:noFill/>
          </a:ln>
        </p:spPr>
      </p:pic>
      <p:pic>
        <p:nvPicPr>
          <p:cNvPr descr="A picture containing chart&#10;&#10;Description automatically generated" id="474" name="Google Shape;474;g2ee5135832c_0_687"/>
          <p:cNvPicPr preferRelativeResize="0"/>
          <p:nvPr/>
        </p:nvPicPr>
        <p:blipFill rotWithShape="1">
          <a:blip r:embed="rId6">
            <a:alphaModFix/>
          </a:blip>
          <a:srcRect b="0" l="0" r="0" t="0"/>
          <a:stretch/>
        </p:blipFill>
        <p:spPr>
          <a:xfrm>
            <a:off x="4795185" y="930496"/>
            <a:ext cx="626253" cy="1599582"/>
          </a:xfrm>
          <a:prstGeom prst="rect">
            <a:avLst/>
          </a:prstGeom>
          <a:noFill/>
          <a:ln>
            <a:noFill/>
          </a:ln>
        </p:spPr>
      </p:pic>
      <p:pic>
        <p:nvPicPr>
          <p:cNvPr descr="A picture containing text&#10;&#10;Description automatically generated" id="475" name="Google Shape;475;g2ee5135832c_0_687"/>
          <p:cNvPicPr preferRelativeResize="0"/>
          <p:nvPr/>
        </p:nvPicPr>
        <p:blipFill rotWithShape="1">
          <a:blip r:embed="rId7">
            <a:alphaModFix/>
          </a:blip>
          <a:srcRect b="0" l="0" r="0" t="0"/>
          <a:stretch/>
        </p:blipFill>
        <p:spPr>
          <a:xfrm>
            <a:off x="833135" y="932269"/>
            <a:ext cx="1898535" cy="418640"/>
          </a:xfrm>
          <a:prstGeom prst="rect">
            <a:avLst/>
          </a:prstGeom>
          <a:noFill/>
          <a:ln>
            <a:noFill/>
          </a:ln>
        </p:spPr>
      </p:pic>
      <p:pic>
        <p:nvPicPr>
          <p:cNvPr descr="A picture containing text&#10;&#10;Description automatically generated" id="476" name="Google Shape;476;g2ee5135832c_0_687"/>
          <p:cNvPicPr preferRelativeResize="0"/>
          <p:nvPr/>
        </p:nvPicPr>
        <p:blipFill rotWithShape="1">
          <a:blip r:embed="rId7">
            <a:alphaModFix/>
          </a:blip>
          <a:srcRect b="0" l="0" r="0" t="0"/>
          <a:stretch/>
        </p:blipFill>
        <p:spPr>
          <a:xfrm>
            <a:off x="5985690" y="918759"/>
            <a:ext cx="1898535" cy="418640"/>
          </a:xfrm>
          <a:prstGeom prst="rect">
            <a:avLst/>
          </a:prstGeom>
          <a:noFill/>
          <a:ln>
            <a:noFill/>
          </a:ln>
        </p:spPr>
      </p:pic>
      <p:pic>
        <p:nvPicPr>
          <p:cNvPr id="477" name="Google Shape;477;g2ee5135832c_0_687"/>
          <p:cNvPicPr preferRelativeResize="0"/>
          <p:nvPr/>
        </p:nvPicPr>
        <p:blipFill rotWithShape="1">
          <a:blip r:embed="rId8">
            <a:alphaModFix/>
          </a:blip>
          <a:srcRect b="0" l="0" r="0" t="0"/>
          <a:stretch/>
        </p:blipFill>
        <p:spPr>
          <a:xfrm>
            <a:off x="5407364" y="928639"/>
            <a:ext cx="290054" cy="412392"/>
          </a:xfrm>
          <a:prstGeom prst="rect">
            <a:avLst/>
          </a:prstGeom>
          <a:noFill/>
          <a:ln>
            <a:noFill/>
          </a:ln>
        </p:spPr>
      </p:pic>
      <p:pic>
        <p:nvPicPr>
          <p:cNvPr id="478" name="Google Shape;478;g2ee5135832c_0_687"/>
          <p:cNvPicPr preferRelativeResize="0"/>
          <p:nvPr/>
        </p:nvPicPr>
        <p:blipFill rotWithShape="1">
          <a:blip r:embed="rId9">
            <a:alphaModFix/>
          </a:blip>
          <a:srcRect b="0" l="0" r="0" t="0"/>
          <a:stretch/>
        </p:blipFill>
        <p:spPr>
          <a:xfrm>
            <a:off x="4060300" y="2490875"/>
            <a:ext cx="706931" cy="170575"/>
          </a:xfrm>
          <a:prstGeom prst="rect">
            <a:avLst/>
          </a:prstGeom>
          <a:noFill/>
          <a:ln>
            <a:noFill/>
          </a:ln>
        </p:spPr>
      </p:pic>
      <p:pic>
        <p:nvPicPr>
          <p:cNvPr id="479" name="Google Shape;479;g2ee5135832c_0_687"/>
          <p:cNvPicPr preferRelativeResize="0"/>
          <p:nvPr/>
        </p:nvPicPr>
        <p:blipFill rotWithShape="1">
          <a:blip r:embed="rId9">
            <a:alphaModFix/>
          </a:blip>
          <a:srcRect b="0" l="0" r="56480" t="0"/>
          <a:stretch/>
        </p:blipFill>
        <p:spPr>
          <a:xfrm>
            <a:off x="8124325" y="2471950"/>
            <a:ext cx="375957" cy="208450"/>
          </a:xfrm>
          <a:prstGeom prst="rect">
            <a:avLst/>
          </a:prstGeom>
          <a:noFill/>
          <a:ln>
            <a:noFill/>
          </a:ln>
        </p:spPr>
      </p:pic>
      <p:pic>
        <p:nvPicPr>
          <p:cNvPr id="480" name="Google Shape;480;g2ee5135832c_0_687"/>
          <p:cNvPicPr preferRelativeResize="0"/>
          <p:nvPr/>
        </p:nvPicPr>
        <p:blipFill rotWithShape="1">
          <a:blip r:embed="rId10">
            <a:alphaModFix/>
          </a:blip>
          <a:srcRect b="0" l="0" r="0" t="0"/>
          <a:stretch/>
        </p:blipFill>
        <p:spPr>
          <a:xfrm>
            <a:off x="5120425" y="2471938"/>
            <a:ext cx="863942" cy="208450"/>
          </a:xfrm>
          <a:prstGeom prst="rect">
            <a:avLst/>
          </a:prstGeom>
          <a:noFill/>
          <a:ln>
            <a:noFill/>
          </a:ln>
        </p:spPr>
      </p:pic>
      <p:pic>
        <p:nvPicPr>
          <p:cNvPr id="481" name="Google Shape;481;g2ee5135832c_0_687"/>
          <p:cNvPicPr preferRelativeResize="0"/>
          <p:nvPr/>
        </p:nvPicPr>
        <p:blipFill rotWithShape="1">
          <a:blip r:embed="rId10">
            <a:alphaModFix/>
          </a:blip>
          <a:srcRect b="0" l="68762" r="8603" t="0"/>
          <a:stretch/>
        </p:blipFill>
        <p:spPr>
          <a:xfrm>
            <a:off x="5605812" y="1268575"/>
            <a:ext cx="195527" cy="208450"/>
          </a:xfrm>
          <a:prstGeom prst="rect">
            <a:avLst/>
          </a:prstGeom>
          <a:noFill/>
          <a:ln>
            <a:noFill/>
          </a:ln>
        </p:spPr>
      </p:pic>
      <p:pic>
        <p:nvPicPr>
          <p:cNvPr id="482" name="Google Shape;482;g2ee5135832c_0_687"/>
          <p:cNvPicPr preferRelativeResize="0"/>
          <p:nvPr/>
        </p:nvPicPr>
        <p:blipFill rotWithShape="1">
          <a:blip r:embed="rId11">
            <a:alphaModFix/>
          </a:blip>
          <a:srcRect b="0" l="0" r="0" t="0"/>
          <a:stretch/>
        </p:blipFill>
        <p:spPr>
          <a:xfrm>
            <a:off x="2174575" y="1287513"/>
            <a:ext cx="654550" cy="170575"/>
          </a:xfrm>
          <a:prstGeom prst="rect">
            <a:avLst/>
          </a:prstGeom>
          <a:noFill/>
          <a:ln>
            <a:noFill/>
          </a:ln>
        </p:spPr>
      </p:pic>
      <p:pic>
        <p:nvPicPr>
          <p:cNvPr id="483" name="Google Shape;483;g2ee5135832c_0_687"/>
          <p:cNvPicPr preferRelativeResize="0"/>
          <p:nvPr/>
        </p:nvPicPr>
        <p:blipFill rotWithShape="1">
          <a:blip r:embed="rId11">
            <a:alphaModFix/>
          </a:blip>
          <a:srcRect b="0" l="0" r="0" t="0"/>
          <a:stretch/>
        </p:blipFill>
        <p:spPr>
          <a:xfrm>
            <a:off x="7261200" y="1268563"/>
            <a:ext cx="654550" cy="170575"/>
          </a:xfrm>
          <a:prstGeom prst="rect">
            <a:avLst/>
          </a:prstGeom>
          <a:noFill/>
          <a:ln>
            <a:noFill/>
          </a:ln>
        </p:spPr>
      </p:pic>
      <p:sp>
        <p:nvSpPr>
          <p:cNvPr id="484" name="Google Shape;484;g2ee5135832c_0_687"/>
          <p:cNvSpPr/>
          <p:nvPr/>
        </p:nvSpPr>
        <p:spPr>
          <a:xfrm>
            <a:off x="1405100" y="2956000"/>
            <a:ext cx="1611900" cy="159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5" name="Google Shape;485;g2ee5135832c_0_687"/>
          <p:cNvSpPr txBox="1"/>
          <p:nvPr/>
        </p:nvSpPr>
        <p:spPr>
          <a:xfrm>
            <a:off x="1857650" y="4667925"/>
            <a:ext cx="7068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Global</a:t>
            </a:r>
            <a:endParaRPr sz="1300">
              <a:solidFill>
                <a:schemeClr val="accent1"/>
              </a:solidFill>
              <a:latin typeface="Lato"/>
              <a:ea typeface="Lato"/>
              <a:cs typeface="Lato"/>
              <a:sym typeface="Lato"/>
            </a:endParaRPr>
          </a:p>
        </p:txBody>
      </p:sp>
      <p:sp>
        <p:nvSpPr>
          <p:cNvPr id="486" name="Google Shape;486;g2ee5135832c_0_687"/>
          <p:cNvSpPr/>
          <p:nvPr/>
        </p:nvSpPr>
        <p:spPr>
          <a:xfrm>
            <a:off x="4248950" y="2827975"/>
            <a:ext cx="375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latin typeface="Lato"/>
                <a:ea typeface="Lato"/>
                <a:cs typeface="Lato"/>
                <a:sym typeface="Lato"/>
              </a:rPr>
              <a:t>j</a:t>
            </a:r>
            <a:endParaRPr>
              <a:latin typeface="Lato"/>
              <a:ea typeface="Lato"/>
              <a:cs typeface="Lato"/>
              <a:sym typeface="Lato"/>
            </a:endParaRPr>
          </a:p>
        </p:txBody>
      </p:sp>
      <p:pic>
        <p:nvPicPr>
          <p:cNvPr id="487" name="Google Shape;487;g2ee5135832c_0_687"/>
          <p:cNvPicPr preferRelativeResize="0"/>
          <p:nvPr/>
        </p:nvPicPr>
        <p:blipFill rotWithShape="1">
          <a:blip r:embed="rId8">
            <a:alphaModFix/>
          </a:blip>
          <a:srcRect b="0" l="0" r="0" t="0"/>
          <a:stretch/>
        </p:blipFill>
        <p:spPr>
          <a:xfrm>
            <a:off x="4742389" y="2827964"/>
            <a:ext cx="290054" cy="412392"/>
          </a:xfrm>
          <a:prstGeom prst="rect">
            <a:avLst/>
          </a:prstGeom>
          <a:noFill/>
          <a:ln>
            <a:noFill/>
          </a:ln>
        </p:spPr>
      </p:pic>
      <p:sp>
        <p:nvSpPr>
          <p:cNvPr id="488" name="Google Shape;488;g2ee5135832c_0_687"/>
          <p:cNvSpPr/>
          <p:nvPr/>
        </p:nvSpPr>
        <p:spPr>
          <a:xfrm>
            <a:off x="5243400" y="2827975"/>
            <a:ext cx="249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r</a:t>
            </a:r>
            <a:endParaRPr>
              <a:latin typeface="Lato"/>
              <a:ea typeface="Lato"/>
              <a:cs typeface="Lato"/>
              <a:sym typeface="Lato"/>
            </a:endParaRPr>
          </a:p>
        </p:txBody>
      </p:sp>
      <p:sp>
        <p:nvSpPr>
          <p:cNvPr id="489" name="Google Shape;489;g2ee5135832c_0_687"/>
          <p:cNvSpPr txBox="1"/>
          <p:nvPr/>
        </p:nvSpPr>
        <p:spPr>
          <a:xfrm>
            <a:off x="4951550" y="2827975"/>
            <a:ext cx="249900" cy="4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p:txBody>
      </p:sp>
      <p:pic>
        <p:nvPicPr>
          <p:cNvPr id="490" name="Google Shape;490;g2ee5135832c_0_687"/>
          <p:cNvPicPr preferRelativeResize="0"/>
          <p:nvPr/>
        </p:nvPicPr>
        <p:blipFill rotWithShape="1">
          <a:blip r:embed="rId10">
            <a:alphaModFix/>
          </a:blip>
          <a:srcRect b="0" l="68762" r="8603" t="0"/>
          <a:stretch/>
        </p:blipFill>
        <p:spPr>
          <a:xfrm>
            <a:off x="5535262" y="3159513"/>
            <a:ext cx="195527" cy="208450"/>
          </a:xfrm>
          <a:prstGeom prst="rect">
            <a:avLst/>
          </a:prstGeom>
          <a:noFill/>
          <a:ln>
            <a:noFill/>
          </a:ln>
        </p:spPr>
      </p:pic>
      <p:pic>
        <p:nvPicPr>
          <p:cNvPr id="491" name="Google Shape;491;g2ee5135832c_0_687"/>
          <p:cNvPicPr preferRelativeResize="0"/>
          <p:nvPr/>
        </p:nvPicPr>
        <p:blipFill rotWithShape="1">
          <a:blip r:embed="rId11">
            <a:alphaModFix/>
          </a:blip>
          <a:srcRect b="0" l="0" r="27017" t="0"/>
          <a:stretch/>
        </p:blipFill>
        <p:spPr>
          <a:xfrm>
            <a:off x="4372500" y="3178450"/>
            <a:ext cx="477706" cy="170575"/>
          </a:xfrm>
          <a:prstGeom prst="rect">
            <a:avLst/>
          </a:prstGeom>
          <a:noFill/>
          <a:ln>
            <a:noFill/>
          </a:ln>
        </p:spPr>
      </p:pic>
      <p:pic>
        <p:nvPicPr>
          <p:cNvPr id="492" name="Google Shape;492;g2ee5135832c_0_687"/>
          <p:cNvPicPr preferRelativeResize="0"/>
          <p:nvPr/>
        </p:nvPicPr>
        <p:blipFill rotWithShape="1">
          <a:blip r:embed="rId10">
            <a:alphaModFix/>
          </a:blip>
          <a:srcRect b="0" l="68762" r="8603" t="0"/>
          <a:stretch/>
        </p:blipFill>
        <p:spPr>
          <a:xfrm>
            <a:off x="4982287" y="3159488"/>
            <a:ext cx="195527" cy="208450"/>
          </a:xfrm>
          <a:prstGeom prst="rect">
            <a:avLst/>
          </a:prstGeom>
          <a:noFill/>
          <a:ln>
            <a:noFill/>
          </a:ln>
        </p:spPr>
      </p:pic>
      <p:sp>
        <p:nvSpPr>
          <p:cNvPr id="493" name="Google Shape;493;g2ee5135832c_0_687"/>
          <p:cNvSpPr txBox="1"/>
          <p:nvPr/>
        </p:nvSpPr>
        <p:spPr>
          <a:xfrm>
            <a:off x="6698225" y="4779775"/>
            <a:ext cx="1185900" cy="2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Elemental</a:t>
            </a:r>
            <a:endParaRPr sz="1300">
              <a:solidFill>
                <a:schemeClr val="accent1"/>
              </a:solidFill>
              <a:latin typeface="Lato"/>
              <a:ea typeface="Lato"/>
              <a:cs typeface="Lato"/>
              <a:sym typeface="Lato"/>
            </a:endParaRPr>
          </a:p>
        </p:txBody>
      </p:sp>
      <p:sp>
        <p:nvSpPr>
          <p:cNvPr id="494" name="Google Shape;494;g2ee5135832c_0_687"/>
          <p:cNvSpPr/>
          <p:nvPr/>
        </p:nvSpPr>
        <p:spPr>
          <a:xfrm>
            <a:off x="6917300" y="3818800"/>
            <a:ext cx="412200" cy="41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5" name="Google Shape;495;g2ee5135832c_0_687"/>
          <p:cNvSpPr/>
          <p:nvPr/>
        </p:nvSpPr>
        <p:spPr>
          <a:xfrm>
            <a:off x="4736300" y="3971550"/>
            <a:ext cx="195600" cy="208500"/>
          </a:xfrm>
          <a:prstGeom prst="rect">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6" name="Google Shape;496;g2ee5135832c_0_687"/>
          <p:cNvSpPr/>
          <p:nvPr/>
        </p:nvSpPr>
        <p:spPr>
          <a:xfrm>
            <a:off x="4326738" y="3971550"/>
            <a:ext cx="195600" cy="2085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7" name="Google Shape;497;g2ee5135832c_0_687"/>
          <p:cNvSpPr txBox="1"/>
          <p:nvPr/>
        </p:nvSpPr>
        <p:spPr>
          <a:xfrm>
            <a:off x="4486400" y="3887800"/>
            <a:ext cx="249900" cy="4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p:txBody>
      </p:sp>
      <p:sp>
        <p:nvSpPr>
          <p:cNvPr id="498" name="Google Shape;498;g2ee5135832c_0_687"/>
          <p:cNvSpPr txBox="1"/>
          <p:nvPr/>
        </p:nvSpPr>
        <p:spPr>
          <a:xfrm>
            <a:off x="4757863" y="3866025"/>
            <a:ext cx="441600" cy="4125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Font typeface="Lato"/>
              <a:buChar char="●"/>
            </a:pPr>
            <a:r>
              <a:t/>
            </a:r>
            <a:endParaRPr sz="1300">
              <a:solidFill>
                <a:schemeClr val="accent1"/>
              </a:solidFill>
              <a:latin typeface="Lato"/>
              <a:ea typeface="Lato"/>
              <a:cs typeface="Lato"/>
              <a:sym typeface="Lato"/>
            </a:endParaRPr>
          </a:p>
        </p:txBody>
      </p:sp>
      <p:sp>
        <p:nvSpPr>
          <p:cNvPr id="499" name="Google Shape;499;g2ee5135832c_0_687"/>
          <p:cNvSpPr txBox="1"/>
          <p:nvPr/>
        </p:nvSpPr>
        <p:spPr>
          <a:xfrm>
            <a:off x="5057640" y="3883350"/>
            <a:ext cx="477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rgbClr val="FF0000"/>
                </a:solidFill>
                <a:latin typeface="Lato"/>
                <a:ea typeface="Lato"/>
                <a:cs typeface="Lato"/>
                <a:sym typeface="Lato"/>
              </a:rPr>
              <a:t>w</a:t>
            </a:r>
            <a:endParaRPr/>
          </a:p>
        </p:txBody>
      </p:sp>
      <p:sp>
        <p:nvSpPr>
          <p:cNvPr id="500" name="Google Shape;500;g2ee5135832c_0_687"/>
          <p:cNvSpPr/>
          <p:nvPr/>
        </p:nvSpPr>
        <p:spPr>
          <a:xfrm>
            <a:off x="1684588" y="3261550"/>
            <a:ext cx="195600" cy="2085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1" name="Google Shape;501;g2ee5135832c_0_687"/>
          <p:cNvSpPr/>
          <p:nvPr/>
        </p:nvSpPr>
        <p:spPr>
          <a:xfrm>
            <a:off x="2109788" y="3679300"/>
            <a:ext cx="195600" cy="2085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2" name="Google Shape;502;g2ee5135832c_0_687"/>
          <p:cNvSpPr/>
          <p:nvPr/>
        </p:nvSpPr>
        <p:spPr>
          <a:xfrm>
            <a:off x="2791113" y="4347100"/>
            <a:ext cx="195600" cy="2085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3" name="Google Shape;503;g2ee5135832c_0_687"/>
          <p:cNvSpPr/>
          <p:nvPr/>
        </p:nvSpPr>
        <p:spPr>
          <a:xfrm>
            <a:off x="6485100" y="3283375"/>
            <a:ext cx="511800" cy="2085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504" name="Google Shape;504;g2ee5135832c_0_687"/>
          <p:cNvSpPr/>
          <p:nvPr/>
        </p:nvSpPr>
        <p:spPr>
          <a:xfrm>
            <a:off x="7123875" y="3283375"/>
            <a:ext cx="195600" cy="2085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5" name="Google Shape;505;g2ee5135832c_0_687"/>
          <p:cNvSpPr/>
          <p:nvPr/>
        </p:nvSpPr>
        <p:spPr>
          <a:xfrm rot="-5400000">
            <a:off x="7327675" y="3413200"/>
            <a:ext cx="511800" cy="2085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ato"/>
              <a:ea typeface="Lato"/>
              <a:cs typeface="Lato"/>
              <a:sym typeface="Lato"/>
            </a:endParaRPr>
          </a:p>
        </p:txBody>
      </p:sp>
      <p:sp>
        <p:nvSpPr>
          <p:cNvPr id="506" name="Google Shape;506;g2ee5135832c_0_687"/>
          <p:cNvSpPr/>
          <p:nvPr/>
        </p:nvSpPr>
        <p:spPr>
          <a:xfrm>
            <a:off x="6935450" y="3835900"/>
            <a:ext cx="375900" cy="3783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pic>
        <p:nvPicPr>
          <p:cNvPr descr="&lt;math xmlns=&quot;http://www.w3.org/1998/Math/MathML&quot;&gt;&lt;msub&gt;&lt;mi&gt;&amp;#x3BC;&lt;/mi&gt;&lt;mn&gt;1&lt;/mn&gt;&lt;/msub&gt;&lt;/math&gt;" id="512" name="Google Shape;512;g2ee5135832c_0_766" title="mu subscript 1"/>
          <p:cNvPicPr preferRelativeResize="0"/>
          <p:nvPr/>
        </p:nvPicPr>
        <p:blipFill rotWithShape="1">
          <a:blip r:embed="rId3">
            <a:alphaModFix/>
          </a:blip>
          <a:srcRect b="0" l="0" r="0" t="0"/>
          <a:stretch/>
        </p:blipFill>
        <p:spPr>
          <a:xfrm>
            <a:off x="624643" y="1302375"/>
            <a:ext cx="211200" cy="169754"/>
          </a:xfrm>
          <a:prstGeom prst="rect">
            <a:avLst/>
          </a:prstGeom>
          <a:noFill/>
          <a:ln>
            <a:noFill/>
          </a:ln>
        </p:spPr>
      </p:pic>
      <p:pic>
        <p:nvPicPr>
          <p:cNvPr descr="&lt;math xmlns=&quot;http://www.w3.org/1998/Math/MathML&quot;&gt;&lt;msub&gt;&lt;mi&gt;&amp;#x3BC;&lt;/mi&gt;&lt;mi&gt;p&lt;/mi&gt;&lt;/msub&gt;&lt;/math&gt;" id="513" name="Google Shape;513;g2ee5135832c_0_766" title="mu subscript p"/>
          <p:cNvPicPr preferRelativeResize="0"/>
          <p:nvPr/>
        </p:nvPicPr>
        <p:blipFill rotWithShape="1">
          <a:blip r:embed="rId4">
            <a:alphaModFix/>
          </a:blip>
          <a:srcRect b="0" l="0" r="0" t="0"/>
          <a:stretch/>
        </p:blipFill>
        <p:spPr>
          <a:xfrm>
            <a:off x="601995" y="1940870"/>
            <a:ext cx="256500" cy="235700"/>
          </a:xfrm>
          <a:prstGeom prst="rect">
            <a:avLst/>
          </a:prstGeom>
          <a:noFill/>
          <a:ln>
            <a:noFill/>
          </a:ln>
        </p:spPr>
      </p:pic>
      <p:pic>
        <p:nvPicPr>
          <p:cNvPr descr="&lt;math xmlns=&quot;http://www.w3.org/1998/Math/MathML&quot;&gt;&lt;mo&gt;&amp;#x22EE;&lt;/mo&gt;&lt;/math&gt;" id="514" name="Google Shape;514;g2ee5135832c_0_766" title="vertical ellipsis"/>
          <p:cNvPicPr preferRelativeResize="0"/>
          <p:nvPr/>
        </p:nvPicPr>
        <p:blipFill rotWithShape="1">
          <a:blip r:embed="rId5">
            <a:alphaModFix/>
          </a:blip>
          <a:srcRect b="0" l="0" r="0" t="0"/>
          <a:stretch/>
        </p:blipFill>
        <p:spPr>
          <a:xfrm>
            <a:off x="624650" y="1607548"/>
            <a:ext cx="256475" cy="197925"/>
          </a:xfrm>
          <a:prstGeom prst="rect">
            <a:avLst/>
          </a:prstGeom>
          <a:noFill/>
          <a:ln>
            <a:noFill/>
          </a:ln>
        </p:spPr>
      </p:pic>
      <p:cxnSp>
        <p:nvCxnSpPr>
          <p:cNvPr id="515" name="Google Shape;515;g2ee5135832c_0_766"/>
          <p:cNvCxnSpPr/>
          <p:nvPr/>
        </p:nvCxnSpPr>
        <p:spPr>
          <a:xfrm>
            <a:off x="903317" y="1386350"/>
            <a:ext cx="216300" cy="1800"/>
          </a:xfrm>
          <a:prstGeom prst="straightConnector1">
            <a:avLst/>
          </a:prstGeom>
          <a:noFill/>
          <a:ln cap="flat" cmpd="sng" w="9525">
            <a:solidFill>
              <a:srgbClr val="4472C4"/>
            </a:solidFill>
            <a:prstDash val="solid"/>
            <a:miter lim="800000"/>
            <a:headEnd len="sm" w="sm" type="none"/>
            <a:tailEnd len="med" w="med" type="triangle"/>
          </a:ln>
        </p:spPr>
      </p:cxnSp>
      <p:cxnSp>
        <p:nvCxnSpPr>
          <p:cNvPr id="516" name="Google Shape;516;g2ee5135832c_0_766"/>
          <p:cNvCxnSpPr/>
          <p:nvPr/>
        </p:nvCxnSpPr>
        <p:spPr>
          <a:xfrm>
            <a:off x="903329" y="2078588"/>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517" name="Google Shape;517;g2ee5135832c_0_766"/>
          <p:cNvSpPr/>
          <p:nvPr/>
        </p:nvSpPr>
        <p:spPr>
          <a:xfrm>
            <a:off x="1149175" y="905775"/>
            <a:ext cx="1148700" cy="1471800"/>
          </a:xfrm>
          <a:prstGeom prst="roundRect">
            <a:avLst>
              <a:gd fmla="val 16667" name="adj"/>
            </a:avLst>
          </a:prstGeom>
          <a:solidFill>
            <a:srgbClr val="FFFFFF"/>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g2ee5135832c_0_766"/>
          <p:cNvSpPr txBox="1"/>
          <p:nvPr/>
        </p:nvSpPr>
        <p:spPr>
          <a:xfrm>
            <a:off x="1272388" y="1187563"/>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9" name="Google Shape;519;g2ee5135832c_0_766"/>
          <p:cNvPicPr preferRelativeResize="0"/>
          <p:nvPr/>
        </p:nvPicPr>
        <p:blipFill rotWithShape="1">
          <a:blip r:embed="rId6">
            <a:alphaModFix/>
          </a:blip>
          <a:srcRect b="0" l="0" r="0" t="0"/>
          <a:stretch/>
        </p:blipFill>
        <p:spPr>
          <a:xfrm>
            <a:off x="1383571" y="1262430"/>
            <a:ext cx="703149" cy="158064"/>
          </a:xfrm>
          <a:prstGeom prst="rect">
            <a:avLst/>
          </a:prstGeom>
          <a:noFill/>
          <a:ln>
            <a:noFill/>
          </a:ln>
        </p:spPr>
      </p:pic>
      <p:pic>
        <p:nvPicPr>
          <p:cNvPr descr="&lt;math xmlns=&quot;http://www.w3.org/1998/Math/MathML&quot;&gt;&lt;mo&gt;&amp;#x22EE;&lt;/mo&gt;&lt;/math&gt;" id="520" name="Google Shape;520;g2ee5135832c_0_766" title="vertical ellipsis"/>
          <p:cNvPicPr preferRelativeResize="0"/>
          <p:nvPr/>
        </p:nvPicPr>
        <p:blipFill rotWithShape="1">
          <a:blip r:embed="rId5">
            <a:alphaModFix/>
          </a:blip>
          <a:srcRect b="0" l="0" r="0" t="0"/>
          <a:stretch/>
        </p:blipFill>
        <p:spPr>
          <a:xfrm>
            <a:off x="1606887" y="1606910"/>
            <a:ext cx="256475" cy="197925"/>
          </a:xfrm>
          <a:prstGeom prst="rect">
            <a:avLst/>
          </a:prstGeom>
          <a:noFill/>
          <a:ln>
            <a:noFill/>
          </a:ln>
        </p:spPr>
      </p:pic>
      <p:sp>
        <p:nvSpPr>
          <p:cNvPr id="521" name="Google Shape;521;g2ee5135832c_0_766"/>
          <p:cNvSpPr txBox="1"/>
          <p:nvPr/>
        </p:nvSpPr>
        <p:spPr>
          <a:xfrm>
            <a:off x="1293813" y="1916338"/>
            <a:ext cx="925500" cy="3078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2" name="Google Shape;522;g2ee5135832c_0_766"/>
          <p:cNvPicPr preferRelativeResize="0"/>
          <p:nvPr/>
        </p:nvPicPr>
        <p:blipFill rotWithShape="1">
          <a:blip r:embed="rId6">
            <a:alphaModFix/>
          </a:blip>
          <a:srcRect b="0" l="0" r="0" t="0"/>
          <a:stretch/>
        </p:blipFill>
        <p:spPr>
          <a:xfrm>
            <a:off x="1404996" y="1991205"/>
            <a:ext cx="703149" cy="158064"/>
          </a:xfrm>
          <a:prstGeom prst="rect">
            <a:avLst/>
          </a:prstGeom>
          <a:noFill/>
          <a:ln>
            <a:noFill/>
          </a:ln>
        </p:spPr>
      </p:pic>
      <p:sp>
        <p:nvSpPr>
          <p:cNvPr id="523" name="Google Shape;523;g2ee5135832c_0_766"/>
          <p:cNvSpPr/>
          <p:nvPr/>
        </p:nvSpPr>
        <p:spPr>
          <a:xfrm>
            <a:off x="2616125" y="1991200"/>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cxnSp>
        <p:nvCxnSpPr>
          <p:cNvPr id="524" name="Google Shape;524;g2ee5135832c_0_766"/>
          <p:cNvCxnSpPr/>
          <p:nvPr/>
        </p:nvCxnSpPr>
        <p:spPr>
          <a:xfrm>
            <a:off x="39075" y="561775"/>
            <a:ext cx="9050100" cy="37200"/>
          </a:xfrm>
          <a:prstGeom prst="straightConnector1">
            <a:avLst/>
          </a:prstGeom>
          <a:noFill/>
          <a:ln cap="flat" cmpd="sng" w="9525">
            <a:solidFill>
              <a:srgbClr val="FF0000"/>
            </a:solidFill>
            <a:prstDash val="solid"/>
            <a:round/>
            <a:headEnd len="sm" w="sm" type="none"/>
            <a:tailEnd len="sm" w="sm" type="none"/>
          </a:ln>
        </p:spPr>
      </p:cxnSp>
      <p:cxnSp>
        <p:nvCxnSpPr>
          <p:cNvPr id="525" name="Google Shape;525;g2ee5135832c_0_766"/>
          <p:cNvCxnSpPr/>
          <p:nvPr/>
        </p:nvCxnSpPr>
        <p:spPr>
          <a:xfrm>
            <a:off x="48375" y="571075"/>
            <a:ext cx="0" cy="4018200"/>
          </a:xfrm>
          <a:prstGeom prst="straightConnector1">
            <a:avLst/>
          </a:prstGeom>
          <a:noFill/>
          <a:ln cap="flat" cmpd="sng" w="9525">
            <a:solidFill>
              <a:srgbClr val="FF0000"/>
            </a:solidFill>
            <a:prstDash val="solid"/>
            <a:round/>
            <a:headEnd len="sm" w="sm" type="none"/>
            <a:tailEnd len="sm" w="sm" type="none"/>
          </a:ln>
        </p:spPr>
      </p:cxnSp>
      <p:cxnSp>
        <p:nvCxnSpPr>
          <p:cNvPr id="526" name="Google Shape;526;g2ee5135832c_0_766"/>
          <p:cNvCxnSpPr/>
          <p:nvPr/>
        </p:nvCxnSpPr>
        <p:spPr>
          <a:xfrm flipH="1">
            <a:off x="9067500" y="602250"/>
            <a:ext cx="22800" cy="4021800"/>
          </a:xfrm>
          <a:prstGeom prst="straightConnector1">
            <a:avLst/>
          </a:prstGeom>
          <a:noFill/>
          <a:ln cap="flat" cmpd="sng" w="9525">
            <a:solidFill>
              <a:srgbClr val="FF0000"/>
            </a:solidFill>
            <a:prstDash val="solid"/>
            <a:round/>
            <a:headEnd len="sm" w="sm" type="none"/>
            <a:tailEnd len="sm" w="sm" type="none"/>
          </a:ln>
        </p:spPr>
      </p:cxnSp>
      <p:cxnSp>
        <p:nvCxnSpPr>
          <p:cNvPr id="527" name="Google Shape;527;g2ee5135832c_0_766"/>
          <p:cNvCxnSpPr/>
          <p:nvPr/>
        </p:nvCxnSpPr>
        <p:spPr>
          <a:xfrm>
            <a:off x="57150" y="4585600"/>
            <a:ext cx="8994300" cy="54300"/>
          </a:xfrm>
          <a:prstGeom prst="straightConnector1">
            <a:avLst/>
          </a:prstGeom>
          <a:noFill/>
          <a:ln cap="flat" cmpd="sng" w="9525">
            <a:solidFill>
              <a:srgbClr val="FF0000"/>
            </a:solidFill>
            <a:prstDash val="solid"/>
            <a:round/>
            <a:headEnd len="sm" w="sm" type="none"/>
            <a:tailEnd len="sm" w="sm" type="none"/>
          </a:ln>
        </p:spPr>
      </p:cxnSp>
      <p:sp>
        <p:nvSpPr>
          <p:cNvPr id="528" name="Google Shape;528;g2ee5135832c_0_766"/>
          <p:cNvSpPr txBox="1"/>
          <p:nvPr/>
        </p:nvSpPr>
        <p:spPr>
          <a:xfrm>
            <a:off x="344525" y="3724650"/>
            <a:ext cx="80997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1" i="0" lang="en-GB" sz="2300" u="none" cap="none" strike="noStrike">
                <a:solidFill>
                  <a:schemeClr val="dk2"/>
                </a:solidFill>
                <a:latin typeface="Lato"/>
                <a:ea typeface="Lato"/>
                <a:cs typeface="Lato"/>
                <a:sym typeface="Lato"/>
              </a:rPr>
              <a:t>RomManager.</a:t>
            </a:r>
            <a:r>
              <a:rPr b="1" lang="en-GB" sz="2300">
                <a:solidFill>
                  <a:schemeClr val="dk2"/>
                </a:solidFill>
                <a:latin typeface="Lato"/>
                <a:ea typeface="Lato"/>
                <a:cs typeface="Lato"/>
                <a:sym typeface="Lato"/>
              </a:rPr>
              <a:t>RunHROM</a:t>
            </a:r>
            <a:r>
              <a:rPr b="1" i="0" lang="en-GB" sz="2300" u="none" cap="none" strike="noStrike">
                <a:solidFill>
                  <a:schemeClr val="dk2"/>
                </a:solidFill>
                <a:latin typeface="Lato"/>
                <a:ea typeface="Lato"/>
                <a:cs typeface="Lato"/>
                <a:sym typeface="Lato"/>
              </a:rPr>
              <a:t>(mu_</a:t>
            </a:r>
            <a:r>
              <a:rPr b="1" lang="en-GB" sz="2300">
                <a:solidFill>
                  <a:schemeClr val="dk2"/>
                </a:solidFill>
                <a:latin typeface="Lato"/>
                <a:ea typeface="Lato"/>
                <a:cs typeface="Lato"/>
                <a:sym typeface="Lato"/>
              </a:rPr>
              <a:t>run,use_full_model_part=True</a:t>
            </a:r>
            <a:r>
              <a:rPr b="1" i="0" lang="en-GB" sz="2300" u="none" cap="none" strike="noStrike">
                <a:solidFill>
                  <a:schemeClr val="dk2"/>
                </a:solidFill>
                <a:latin typeface="Lato"/>
                <a:ea typeface="Lato"/>
                <a:cs typeface="Lato"/>
                <a:sym typeface="Lato"/>
              </a:rPr>
              <a:t>)</a:t>
            </a:r>
            <a:endParaRPr b="1" i="0" sz="2300" u="none" cap="none" strike="noStrike">
              <a:solidFill>
                <a:schemeClr val="dk2"/>
              </a:solidFill>
              <a:latin typeface="Lato"/>
              <a:ea typeface="Lato"/>
              <a:cs typeface="Lato"/>
              <a:sym typeface="Lato"/>
            </a:endParaRPr>
          </a:p>
        </p:txBody>
      </p:sp>
      <p:sp>
        <p:nvSpPr>
          <p:cNvPr id="529" name="Google Shape;529;g2ee5135832c_0_766"/>
          <p:cNvSpPr txBox="1"/>
          <p:nvPr/>
        </p:nvSpPr>
        <p:spPr>
          <a:xfrm>
            <a:off x="1422529" y="862225"/>
            <a:ext cx="92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GB"/>
              <a:t>H</a:t>
            </a:r>
            <a:r>
              <a:rPr b="0" i="0" lang="en-GB" sz="1400" u="none" cap="none" strike="noStrike">
                <a:solidFill>
                  <a:srgbClr val="000000"/>
                </a:solidFill>
                <a:latin typeface="Arial"/>
                <a:ea typeface="Arial"/>
                <a:cs typeface="Arial"/>
                <a:sym typeface="Arial"/>
              </a:rPr>
              <a:t>ROM</a:t>
            </a:r>
            <a:endParaRPr b="0" i="0" sz="1400" u="none" cap="none" strike="noStrike">
              <a:solidFill>
                <a:srgbClr val="000000"/>
              </a:solidFill>
              <a:latin typeface="Arial"/>
              <a:ea typeface="Arial"/>
              <a:cs typeface="Arial"/>
              <a:sym typeface="Arial"/>
            </a:endParaRPr>
          </a:p>
        </p:txBody>
      </p:sp>
      <p:cxnSp>
        <p:nvCxnSpPr>
          <p:cNvPr id="530" name="Google Shape;530;g2ee5135832c_0_766"/>
          <p:cNvCxnSpPr/>
          <p:nvPr/>
        </p:nvCxnSpPr>
        <p:spPr>
          <a:xfrm>
            <a:off x="2327429" y="1349838"/>
            <a:ext cx="216300" cy="1800"/>
          </a:xfrm>
          <a:prstGeom prst="straightConnector1">
            <a:avLst/>
          </a:prstGeom>
          <a:noFill/>
          <a:ln cap="flat" cmpd="sng" w="9525">
            <a:solidFill>
              <a:srgbClr val="4472C4"/>
            </a:solidFill>
            <a:prstDash val="solid"/>
            <a:miter lim="800000"/>
            <a:headEnd len="sm" w="sm" type="none"/>
            <a:tailEnd len="med" w="med" type="triangle"/>
          </a:ln>
        </p:spPr>
      </p:cxnSp>
      <p:pic>
        <p:nvPicPr>
          <p:cNvPr descr="&lt;math xmlns=&quot;http://www.w3.org/1998/Math/MathML&quot;&gt;&lt;mo&gt;&amp;#x22EE;&lt;/mo&gt;&lt;/math&gt;" id="531" name="Google Shape;531;g2ee5135832c_0_766" title="vertical ellipsis"/>
          <p:cNvPicPr preferRelativeResize="0"/>
          <p:nvPr/>
        </p:nvPicPr>
        <p:blipFill rotWithShape="1">
          <a:blip r:embed="rId5">
            <a:alphaModFix/>
          </a:blip>
          <a:srcRect b="0" l="0" r="0" t="0"/>
          <a:stretch/>
        </p:blipFill>
        <p:spPr>
          <a:xfrm>
            <a:off x="2565138" y="1616160"/>
            <a:ext cx="256475" cy="197925"/>
          </a:xfrm>
          <a:prstGeom prst="rect">
            <a:avLst/>
          </a:prstGeom>
          <a:noFill/>
          <a:ln>
            <a:noFill/>
          </a:ln>
        </p:spPr>
      </p:pic>
      <p:cxnSp>
        <p:nvCxnSpPr>
          <p:cNvPr id="532" name="Google Shape;532;g2ee5135832c_0_766"/>
          <p:cNvCxnSpPr/>
          <p:nvPr/>
        </p:nvCxnSpPr>
        <p:spPr>
          <a:xfrm>
            <a:off x="2348854" y="2078613"/>
            <a:ext cx="216300" cy="1800"/>
          </a:xfrm>
          <a:prstGeom prst="straightConnector1">
            <a:avLst/>
          </a:prstGeom>
          <a:noFill/>
          <a:ln cap="flat" cmpd="sng" w="9525">
            <a:solidFill>
              <a:srgbClr val="4472C4"/>
            </a:solidFill>
            <a:prstDash val="solid"/>
            <a:miter lim="800000"/>
            <a:headEnd len="sm" w="sm" type="none"/>
            <a:tailEnd len="med" w="med" type="triangle"/>
          </a:ln>
        </p:spPr>
      </p:cxnSp>
      <p:sp>
        <p:nvSpPr>
          <p:cNvPr id="533" name="Google Shape;533;g2ee5135832c_0_766"/>
          <p:cNvSpPr/>
          <p:nvPr/>
        </p:nvSpPr>
        <p:spPr>
          <a:xfrm>
            <a:off x="2611200" y="1233338"/>
            <a:ext cx="125400" cy="307800"/>
          </a:xfrm>
          <a:prstGeom prst="rect">
            <a:avLst/>
          </a:prstGeom>
          <a:solidFill>
            <a:srgbClr val="E06666"/>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rgbClr val="FFFFFF"/>
              </a:solidFill>
              <a:latin typeface="Calibri"/>
              <a:ea typeface="Calibri"/>
              <a:cs typeface="Calibri"/>
              <a:sym typeface="Calibri"/>
            </a:endParaRPr>
          </a:p>
        </p:txBody>
      </p:sp>
      <p:sp>
        <p:nvSpPr>
          <p:cNvPr id="534" name="Google Shape;534;g2ee5135832c_0_766"/>
          <p:cNvSpPr txBox="1"/>
          <p:nvPr>
            <p:ph type="title"/>
          </p:nvPr>
        </p:nvSpPr>
        <p:spPr>
          <a:xfrm>
            <a:off x="199954" y="97184"/>
            <a:ext cx="6568500" cy="4341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b="1" lang="en-GB" sz="3000">
                <a:solidFill>
                  <a:schemeClr val="dk2"/>
                </a:solidFill>
              </a:rPr>
              <a:t>HROM</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a:p>
            <a:pPr indent="0" lvl="0" marL="0" rtl="0" algn="l">
              <a:lnSpc>
                <a:spcPct val="90000"/>
              </a:lnSpc>
              <a:spcBef>
                <a:spcPts val="0"/>
              </a:spcBef>
              <a:spcAft>
                <a:spcPts val="0"/>
              </a:spcAft>
              <a:buSzPts val="2400"/>
              <a:buNone/>
            </a:pPr>
            <a:r>
              <a:t/>
            </a:r>
            <a:endParaRPr b="1" sz="30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