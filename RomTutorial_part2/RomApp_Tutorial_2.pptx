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Raleway"/>
      <p:regular r:id="rId11"/>
      <p:bold r:id="rId12"/>
      <p:italic r:id="rId13"/>
      <p:boldItalic r:id="rId14"/>
    </p:embeddedFont>
    <p:embeddedFont>
      <p:font typeface="Lato"/>
      <p:regular r:id="rId15"/>
      <p:bold r:id="rId16"/>
      <p:italic r:id="rId17"/>
      <p:boldItalic r:id="rId18"/>
    </p:embeddedFont>
    <p:embeddedFont>
      <p:font typeface="Helvetica Neue"/>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 roundtripDataSignature="AMtx7mhZbcpxxOLPjt9t2RyHUENrgPtp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bold.fntdata"/><Relationship Id="rId11" Type="http://schemas.openxmlformats.org/officeDocument/2006/relationships/font" Target="fonts/Raleway-regular.fntdata"/><Relationship Id="rId22" Type="http://schemas.openxmlformats.org/officeDocument/2006/relationships/font" Target="fonts/HelveticaNeue-boldItalic.fntdata"/><Relationship Id="rId10" Type="http://schemas.openxmlformats.org/officeDocument/2006/relationships/slide" Target="slides/slide5.xml"/><Relationship Id="rId21" Type="http://schemas.openxmlformats.org/officeDocument/2006/relationships/font" Target="fonts/HelveticaNeue-italic.fntdata"/><Relationship Id="rId13" Type="http://schemas.openxmlformats.org/officeDocument/2006/relationships/font" Target="fonts/Raleway-italic.fntdata"/><Relationship Id="rId12" Type="http://schemas.openxmlformats.org/officeDocument/2006/relationships/font" Target="fonts/Raleway-bold.fntdata"/><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Lato-regular.fntdata"/><Relationship Id="rId14" Type="http://schemas.openxmlformats.org/officeDocument/2006/relationships/font" Target="fonts/Raleway-boldItalic.fntdata"/><Relationship Id="rId17" Type="http://schemas.openxmlformats.org/officeDocument/2006/relationships/font" Target="fonts/Lato-italic.fntdata"/><Relationship Id="rId16" Type="http://schemas.openxmlformats.org/officeDocument/2006/relationships/font" Target="fonts/Lato-bold.fntdata"/><Relationship Id="rId5" Type="http://schemas.openxmlformats.org/officeDocument/2006/relationships/notesMaster" Target="notesMasters/notesMaster1.xml"/><Relationship Id="rId19" Type="http://schemas.openxmlformats.org/officeDocument/2006/relationships/font" Target="fonts/HelveticaNeue-regular.fntdata"/><Relationship Id="rId6" Type="http://schemas.openxmlformats.org/officeDocument/2006/relationships/slide" Target="slides/slide1.xml"/><Relationship Id="rId18"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7fa944da30_0_0:notes"/>
          <p:cNvSpPr txBox="1"/>
          <p:nvPr>
            <p:ph idx="1" type="body"/>
          </p:nvPr>
        </p:nvSpPr>
        <p:spPr>
          <a:xfrm>
            <a:off x="685784" y="4343396"/>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g27fa944da30_0_0: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7fa944da30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g27fa944da30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g27fa944da30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7fa944da30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27fa944da30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27fa944da30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7fa944da30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27fa944da30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27fa944da30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7fa944da30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27fa944da30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g27fa944da30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jpg"/><Relationship Id="rId4" Type="http://schemas.openxmlformats.org/officeDocument/2006/relationships/image" Target="../media/image5.jpg"/><Relationship Id="rId11" Type="http://schemas.openxmlformats.org/officeDocument/2006/relationships/hyperlink" Target="about:blank" TargetMode="External"/><Relationship Id="rId10" Type="http://schemas.openxmlformats.org/officeDocument/2006/relationships/image" Target="../media/image12.png"/><Relationship Id="rId9" Type="http://schemas.openxmlformats.org/officeDocument/2006/relationships/hyperlink" Target="http://www.linkedin.com/company/eflows4hpc" TargetMode="External"/><Relationship Id="rId5" Type="http://schemas.openxmlformats.org/officeDocument/2006/relationships/image" Target="../media/image11.png"/><Relationship Id="rId6" Type="http://schemas.openxmlformats.org/officeDocument/2006/relationships/hyperlink" Target="http://www.eflows4hpc.eu/" TargetMode="External"/><Relationship Id="rId7" Type="http://schemas.openxmlformats.org/officeDocument/2006/relationships/hyperlink" Target="https://twitter.com/eFlows4HPC" TargetMode="External"/><Relationship Id="rId8"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1">
  <p:cSld name="slide1">
    <p:spTree>
      <p:nvGrpSpPr>
        <p:cNvPr id="15" name="Shape 15"/>
        <p:cNvGrpSpPr/>
        <p:nvPr/>
      </p:nvGrpSpPr>
      <p:grpSpPr>
        <a:xfrm>
          <a:off x="0" y="0"/>
          <a:ext cx="0" cy="0"/>
          <a:chOff x="0" y="0"/>
          <a:chExt cx="0" cy="0"/>
        </a:xfrm>
      </p:grpSpPr>
      <p:sp>
        <p:nvSpPr>
          <p:cNvPr id="16" name="Google Shape;16;p55"/>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0"/>
              </a:spcBef>
              <a:spcAft>
                <a:spcPts val="0"/>
              </a:spcAft>
              <a:buClr>
                <a:schemeClr val="accent1"/>
              </a:buClr>
              <a:buSzPts val="2400"/>
              <a:buFont typeface="Calibri"/>
              <a:buNone/>
              <a:defRPr b="0" i="0" sz="2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17" name="Google Shape;17;p55"/>
          <p:cNvSpPr txBox="1"/>
          <p:nvPr>
            <p:ph idx="1" type="body"/>
          </p:nvPr>
        </p:nvSpPr>
        <p:spPr>
          <a:xfrm>
            <a:off x="449579" y="1031288"/>
            <a:ext cx="8278800" cy="3423300"/>
          </a:xfrm>
          <a:prstGeom prst="rect">
            <a:avLst/>
          </a:prstGeom>
          <a:noFill/>
          <a:ln>
            <a:noFill/>
          </a:ln>
        </p:spPr>
        <p:txBody>
          <a:bodyPr anchorCtr="0" anchor="t" bIns="45700" lIns="91425" spcFirstLastPara="1" rIns="91425" wrap="square" tIns="45700">
            <a:normAutofit/>
          </a:bodyPr>
          <a:lstStyle>
            <a:lvl1pPr indent="-355600" lvl="0" marL="457200" marR="0" algn="l">
              <a:lnSpc>
                <a:spcPct val="90000"/>
              </a:lnSpc>
              <a:spcBef>
                <a:spcPts val="75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1pPr>
            <a:lvl2pPr indent="-355600" lvl="1" marL="914400" marR="0" algn="l">
              <a:lnSpc>
                <a:spcPct val="90000"/>
              </a:lnSpc>
              <a:spcBef>
                <a:spcPts val="120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2pPr>
            <a:lvl3pPr indent="-342900" lvl="2" marL="1371600" marR="0" algn="l">
              <a:lnSpc>
                <a:spcPct val="90000"/>
              </a:lnSpc>
              <a:spcBef>
                <a:spcPts val="1200"/>
              </a:spcBef>
              <a:spcAft>
                <a:spcPts val="0"/>
              </a:spcAft>
              <a:buClr>
                <a:schemeClr val="accent1"/>
              </a:buClr>
              <a:buSzPts val="1800"/>
              <a:buFont typeface="Arial"/>
              <a:buChar char="•"/>
              <a:defRPr b="0" i="0" sz="1800" u="none" cap="none" strike="noStrike">
                <a:solidFill>
                  <a:srgbClr val="595959"/>
                </a:solidFill>
                <a:latin typeface="Calibri"/>
                <a:ea typeface="Calibri"/>
                <a:cs typeface="Calibri"/>
                <a:sym typeface="Calibri"/>
              </a:defRPr>
            </a:lvl3pPr>
            <a:lvl4pPr indent="-323850" lvl="3" marL="1828800" marR="0" algn="l">
              <a:lnSpc>
                <a:spcPct val="90000"/>
              </a:lnSpc>
              <a:spcBef>
                <a:spcPts val="1200"/>
              </a:spcBef>
              <a:spcAft>
                <a:spcPts val="0"/>
              </a:spcAft>
              <a:buClr>
                <a:srgbClr val="37A5AE"/>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4pPr>
            <a:lvl5pPr indent="-323850" lvl="4" marL="2286000" marR="0" algn="l">
              <a:lnSpc>
                <a:spcPct val="90000"/>
              </a:lnSpc>
              <a:spcBef>
                <a:spcPts val="1200"/>
              </a:spcBef>
              <a:spcAft>
                <a:spcPts val="0"/>
              </a:spcAft>
              <a:buClr>
                <a:srgbClr val="3F6BA3"/>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5pPr>
            <a:lvl6pPr indent="-314325" lvl="5" marL="27432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algn="l">
              <a:lnSpc>
                <a:spcPct val="90000"/>
              </a:lnSpc>
              <a:spcBef>
                <a:spcPts val="1200"/>
              </a:spcBef>
              <a:spcAft>
                <a:spcPts val="120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8" name="Shape 18"/>
        <p:cNvGrpSpPr/>
        <p:nvPr/>
      </p:nvGrpSpPr>
      <p:grpSpPr>
        <a:xfrm>
          <a:off x="0" y="0"/>
          <a:ext cx="0" cy="0"/>
          <a:chOff x="0" y="0"/>
          <a:chExt cx="0" cy="0"/>
        </a:xfrm>
      </p:grpSpPr>
      <p:sp>
        <p:nvSpPr>
          <p:cNvPr id="19" name="Google Shape;19;p56"/>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 name="Google Shape;20;p56"/>
          <p:cNvGrpSpPr/>
          <p:nvPr/>
        </p:nvGrpSpPr>
        <p:grpSpPr>
          <a:xfrm>
            <a:off x="830392" y="1191256"/>
            <a:ext cx="745763" cy="45826"/>
            <a:chOff x="4580561" y="2589004"/>
            <a:chExt cx="1064464" cy="25200"/>
          </a:xfrm>
        </p:grpSpPr>
        <p:sp>
          <p:nvSpPr>
            <p:cNvPr id="21" name="Google Shape;21;p5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5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56"/>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4" name="Google Shape;24;p56"/>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5" name="Google Shape;25;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6" name="Shape 26"/>
        <p:cNvGrpSpPr/>
        <p:nvPr/>
      </p:nvGrpSpPr>
      <p:grpSpPr>
        <a:xfrm>
          <a:off x="0" y="0"/>
          <a:ext cx="0" cy="0"/>
          <a:chOff x="0" y="0"/>
          <a:chExt cx="0" cy="0"/>
        </a:xfrm>
      </p:grpSpPr>
      <p:grpSp>
        <p:nvGrpSpPr>
          <p:cNvPr id="27" name="Google Shape;27;p57"/>
          <p:cNvGrpSpPr/>
          <p:nvPr/>
        </p:nvGrpSpPr>
        <p:grpSpPr>
          <a:xfrm>
            <a:off x="830392" y="1191256"/>
            <a:ext cx="745763" cy="45826"/>
            <a:chOff x="4580561" y="2589004"/>
            <a:chExt cx="1064464" cy="25200"/>
          </a:xfrm>
        </p:grpSpPr>
        <p:sp>
          <p:nvSpPr>
            <p:cNvPr id="28" name="Google Shape;28;p5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5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1" name="Google Shape;31;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 name="Google Shape;34;p58"/>
          <p:cNvGrpSpPr/>
          <p:nvPr/>
        </p:nvGrpSpPr>
        <p:grpSpPr>
          <a:xfrm>
            <a:off x="830392" y="1191256"/>
            <a:ext cx="745763" cy="45826"/>
            <a:chOff x="4580561" y="2589004"/>
            <a:chExt cx="1064464" cy="25200"/>
          </a:xfrm>
        </p:grpSpPr>
        <p:sp>
          <p:nvSpPr>
            <p:cNvPr id="35" name="Google Shape;35;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5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8" name="Google Shape;38;p5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5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59"/>
          <p:cNvGrpSpPr/>
          <p:nvPr/>
        </p:nvGrpSpPr>
        <p:grpSpPr>
          <a:xfrm>
            <a:off x="830392" y="1191256"/>
            <a:ext cx="745763" cy="45826"/>
            <a:chOff x="4580561" y="2589004"/>
            <a:chExt cx="1064464" cy="25200"/>
          </a:xfrm>
        </p:grpSpPr>
        <p:sp>
          <p:nvSpPr>
            <p:cNvPr id="43" name="Google Shape;43;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5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5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59"/>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60"/>
          <p:cNvGrpSpPr/>
          <p:nvPr/>
        </p:nvGrpSpPr>
        <p:grpSpPr>
          <a:xfrm>
            <a:off x="830392" y="1191256"/>
            <a:ext cx="745763" cy="45826"/>
            <a:chOff x="4580561" y="2589004"/>
            <a:chExt cx="1064464" cy="25200"/>
          </a:xfrm>
        </p:grpSpPr>
        <p:sp>
          <p:nvSpPr>
            <p:cNvPr id="52" name="Google Shape;52;p6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6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6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6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61"/>
          <p:cNvGrpSpPr/>
          <p:nvPr/>
        </p:nvGrpSpPr>
        <p:grpSpPr>
          <a:xfrm>
            <a:off x="830392" y="1191256"/>
            <a:ext cx="745763" cy="45826"/>
            <a:chOff x="4580561" y="2589004"/>
            <a:chExt cx="1064464" cy="25200"/>
          </a:xfrm>
        </p:grpSpPr>
        <p:sp>
          <p:nvSpPr>
            <p:cNvPr id="59" name="Google Shape;59;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1"/>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61"/>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62"/>
          <p:cNvGrpSpPr/>
          <p:nvPr/>
        </p:nvGrpSpPr>
        <p:grpSpPr>
          <a:xfrm>
            <a:off x="830392" y="4169130"/>
            <a:ext cx="745763" cy="45826"/>
            <a:chOff x="4580561" y="2589004"/>
            <a:chExt cx="1064464" cy="25200"/>
          </a:xfrm>
        </p:grpSpPr>
        <p:sp>
          <p:nvSpPr>
            <p:cNvPr id="66" name="Google Shape;66;p6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6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63"/>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2" name="Google Shape;72;p63"/>
          <p:cNvGrpSpPr/>
          <p:nvPr/>
        </p:nvGrpSpPr>
        <p:grpSpPr>
          <a:xfrm>
            <a:off x="830392" y="1191256"/>
            <a:ext cx="745763" cy="45826"/>
            <a:chOff x="4580561" y="2589004"/>
            <a:chExt cx="1064464" cy="25200"/>
          </a:xfrm>
        </p:grpSpPr>
        <p:sp>
          <p:nvSpPr>
            <p:cNvPr id="73" name="Google Shape;73;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 name="Google Shape;75;p63"/>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6" name="Google Shape;76;p63"/>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7" name="Google Shape;77;p63"/>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8" name="Google Shape;78;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9" name="Shape 79"/>
        <p:cNvGrpSpPr/>
        <p:nvPr/>
      </p:nvGrpSpPr>
      <p:grpSpPr>
        <a:xfrm>
          <a:off x="0" y="0"/>
          <a:ext cx="0" cy="0"/>
          <a:chOff x="0" y="0"/>
          <a:chExt cx="0" cy="0"/>
        </a:xfrm>
      </p:grpSpPr>
      <p:sp>
        <p:nvSpPr>
          <p:cNvPr id="80" name="Google Shape;80;p64"/>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81" name="Google Shape;81;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82" name="Shape 82"/>
        <p:cNvGrpSpPr/>
        <p:nvPr/>
      </p:nvGrpSpPr>
      <p:grpSpPr>
        <a:xfrm>
          <a:off x="0" y="0"/>
          <a:ext cx="0" cy="0"/>
          <a:chOff x="0" y="0"/>
          <a:chExt cx="0" cy="0"/>
        </a:xfrm>
      </p:grpSpPr>
      <p:grpSp>
        <p:nvGrpSpPr>
          <p:cNvPr id="83" name="Google Shape;83;p65"/>
          <p:cNvGrpSpPr/>
          <p:nvPr/>
        </p:nvGrpSpPr>
        <p:grpSpPr>
          <a:xfrm>
            <a:off x="830392" y="4169130"/>
            <a:ext cx="745763" cy="45826"/>
            <a:chOff x="4580561" y="2589004"/>
            <a:chExt cx="1064464" cy="25200"/>
          </a:xfrm>
        </p:grpSpPr>
        <p:sp>
          <p:nvSpPr>
            <p:cNvPr id="84" name="Google Shape;84;p6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65"/>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7" name="Google Shape;87;p65"/>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8" name="Google Shape;88;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hanks">
  <p:cSld name="slide thanks">
    <p:spTree>
      <p:nvGrpSpPr>
        <p:cNvPr id="89" name="Shape 89"/>
        <p:cNvGrpSpPr/>
        <p:nvPr/>
      </p:nvGrpSpPr>
      <p:grpSpPr>
        <a:xfrm>
          <a:off x="0" y="0"/>
          <a:ext cx="0" cy="0"/>
          <a:chOff x="0" y="0"/>
          <a:chExt cx="0" cy="0"/>
        </a:xfrm>
      </p:grpSpPr>
      <p:sp>
        <p:nvSpPr>
          <p:cNvPr id="90" name="Google Shape;90;p66"/>
          <p:cNvSpPr txBox="1"/>
          <p:nvPr>
            <p:ph type="ctrTitle"/>
          </p:nvPr>
        </p:nvSpPr>
        <p:spPr>
          <a:xfrm>
            <a:off x="0" y="944471"/>
            <a:ext cx="9144000" cy="947400"/>
          </a:xfrm>
          <a:prstGeom prst="rect">
            <a:avLst/>
          </a:prstGeom>
          <a:noFill/>
          <a:ln>
            <a:noFill/>
          </a:ln>
        </p:spPr>
        <p:txBody>
          <a:bodyPr anchorCtr="0" anchor="b" bIns="45700" lIns="91425" spcFirstLastPara="1" rIns="91425" wrap="square" tIns="45700">
            <a:normAutofit/>
          </a:bodyPr>
          <a:lstStyle>
            <a:lvl1pPr lvl="0" marR="0" algn="ctr">
              <a:lnSpc>
                <a:spcPct val="90000"/>
              </a:lnSpc>
              <a:spcBef>
                <a:spcPts val="0"/>
              </a:spcBef>
              <a:spcAft>
                <a:spcPts val="0"/>
              </a:spcAft>
              <a:buClr>
                <a:schemeClr val="accent1"/>
              </a:buClr>
              <a:buSzPts val="5400"/>
              <a:buFont typeface="Calibri"/>
              <a:buNone/>
              <a:defRPr b="0" i="0" sz="5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pic>
        <p:nvPicPr>
          <p:cNvPr id="91" name="Google Shape;91;p66"/>
          <p:cNvPicPr preferRelativeResize="0"/>
          <p:nvPr/>
        </p:nvPicPr>
        <p:blipFill rotWithShape="1">
          <a:blip r:embed="rId2">
            <a:alphaModFix/>
          </a:blip>
          <a:srcRect b="20534" l="0" r="2684" t="12047"/>
          <a:stretch/>
        </p:blipFill>
        <p:spPr>
          <a:xfrm>
            <a:off x="2743128" y="2081209"/>
            <a:ext cx="3714235" cy="1313305"/>
          </a:xfrm>
          <a:prstGeom prst="rect">
            <a:avLst/>
          </a:prstGeom>
          <a:noFill/>
          <a:ln>
            <a:noFill/>
          </a:ln>
        </p:spPr>
      </p:pic>
      <p:pic>
        <p:nvPicPr>
          <p:cNvPr id="92" name="Google Shape;92;p66"/>
          <p:cNvPicPr preferRelativeResize="0"/>
          <p:nvPr/>
        </p:nvPicPr>
        <p:blipFill rotWithShape="1">
          <a:blip r:embed="rId3">
            <a:alphaModFix/>
          </a:blip>
          <a:srcRect b="49684" l="4954" r="6258" t="41889"/>
          <a:stretch/>
        </p:blipFill>
        <p:spPr>
          <a:xfrm>
            <a:off x="-2" y="-1"/>
            <a:ext cx="9144003" cy="356261"/>
          </a:xfrm>
          <a:prstGeom prst="rect">
            <a:avLst/>
          </a:prstGeom>
          <a:noFill/>
          <a:ln>
            <a:noFill/>
          </a:ln>
        </p:spPr>
      </p:pic>
      <p:pic>
        <p:nvPicPr>
          <p:cNvPr id="93" name="Google Shape;93;p66"/>
          <p:cNvPicPr preferRelativeResize="0"/>
          <p:nvPr/>
        </p:nvPicPr>
        <p:blipFill rotWithShape="1">
          <a:blip r:embed="rId4">
            <a:alphaModFix/>
          </a:blip>
          <a:srcRect b="52682" l="2873" r="4448" t="809"/>
          <a:stretch/>
        </p:blipFill>
        <p:spPr>
          <a:xfrm rot="10800000">
            <a:off x="1" y="3690849"/>
            <a:ext cx="9143998" cy="1458452"/>
          </a:xfrm>
          <a:prstGeom prst="rect">
            <a:avLst/>
          </a:prstGeom>
          <a:noFill/>
          <a:ln>
            <a:noFill/>
          </a:ln>
        </p:spPr>
      </p:pic>
      <p:pic>
        <p:nvPicPr>
          <p:cNvPr id="94" name="Google Shape;94;p66"/>
          <p:cNvPicPr preferRelativeResize="0"/>
          <p:nvPr/>
        </p:nvPicPr>
        <p:blipFill rotWithShape="1">
          <a:blip r:embed="rId5">
            <a:alphaModFix/>
          </a:blip>
          <a:srcRect b="0" l="0" r="0" t="0"/>
          <a:stretch/>
        </p:blipFill>
        <p:spPr>
          <a:xfrm>
            <a:off x="1406615" y="4688228"/>
            <a:ext cx="364155" cy="242768"/>
          </a:xfrm>
          <a:prstGeom prst="rect">
            <a:avLst/>
          </a:prstGeom>
          <a:noFill/>
          <a:ln>
            <a:noFill/>
          </a:ln>
        </p:spPr>
      </p:pic>
      <p:sp>
        <p:nvSpPr>
          <p:cNvPr id="95" name="Google Shape;95;p66"/>
          <p:cNvSpPr/>
          <p:nvPr/>
        </p:nvSpPr>
        <p:spPr>
          <a:xfrm>
            <a:off x="1783085" y="4663951"/>
            <a:ext cx="66411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rPr b="0" i="0" lang="en-GB" sz="700" u="none" cap="none" strike="noStrike">
                <a:solidFill>
                  <a:schemeClr val="dk1"/>
                </a:solidFill>
                <a:latin typeface="Calibri"/>
                <a:ea typeface="Calibri"/>
                <a:cs typeface="Calibri"/>
                <a:sym typeface="Calibri"/>
              </a:rPr>
              <a:t>This project has received funding from the European High-Performance Computing Joint Undertaking (JU) under grant agreement No 955558. The JU receives support from the European Union’s Horizon 2020 research and innovation programme and Spain, Germany, France, Italy, Poland, Switzerland, Norway.  </a:t>
            </a:r>
            <a:endParaRPr b="0" i="0" sz="1400" u="none" cap="none" strike="noStrike">
              <a:solidFill>
                <a:srgbClr val="000000"/>
              </a:solidFill>
              <a:latin typeface="Arial"/>
              <a:ea typeface="Arial"/>
              <a:cs typeface="Arial"/>
              <a:sym typeface="Arial"/>
            </a:endParaRPr>
          </a:p>
        </p:txBody>
      </p:sp>
      <p:sp>
        <p:nvSpPr>
          <p:cNvPr id="96" name="Google Shape;96;p66"/>
          <p:cNvSpPr/>
          <p:nvPr/>
        </p:nvSpPr>
        <p:spPr>
          <a:xfrm>
            <a:off x="3797509" y="3824075"/>
            <a:ext cx="17124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sng" cap="none" strike="noStrike">
                <a:solidFill>
                  <a:schemeClr val="hlink"/>
                </a:solidFill>
                <a:latin typeface="Calibri"/>
                <a:ea typeface="Calibri"/>
                <a:cs typeface="Calibri"/>
                <a:sym typeface="Calibri"/>
                <a:hlinkClick r:id="rId6"/>
              </a:rPr>
              <a:t>www.eFlows4HPC.eu</a:t>
            </a:r>
            <a:endParaRPr b="1" i="0" sz="1350" u="none" cap="none" strike="noStrike">
              <a:solidFill>
                <a:srgbClr val="7F7F7F"/>
              </a:solidFill>
              <a:latin typeface="Calibri"/>
              <a:ea typeface="Calibri"/>
              <a:cs typeface="Calibri"/>
              <a:sym typeface="Calibri"/>
            </a:endParaRPr>
          </a:p>
        </p:txBody>
      </p:sp>
      <p:pic>
        <p:nvPicPr>
          <p:cNvPr id="97" name="Google Shape;97;p66">
            <a:hlinkClick r:id="rId7"/>
          </p:cNvPr>
          <p:cNvPicPr preferRelativeResize="0"/>
          <p:nvPr/>
        </p:nvPicPr>
        <p:blipFill rotWithShape="1">
          <a:blip r:embed="rId8">
            <a:alphaModFix/>
          </a:blip>
          <a:srcRect b="0" l="0" r="0" t="0"/>
          <a:stretch/>
        </p:blipFill>
        <p:spPr>
          <a:xfrm>
            <a:off x="3278293" y="4266438"/>
            <a:ext cx="256790" cy="256790"/>
          </a:xfrm>
          <a:prstGeom prst="rect">
            <a:avLst/>
          </a:prstGeom>
          <a:noFill/>
          <a:ln>
            <a:noFill/>
          </a:ln>
        </p:spPr>
      </p:pic>
      <p:pic>
        <p:nvPicPr>
          <p:cNvPr id="98" name="Google Shape;98;p66">
            <a:hlinkClick r:id="rId9"/>
          </p:cNvPr>
          <p:cNvPicPr preferRelativeResize="0"/>
          <p:nvPr/>
        </p:nvPicPr>
        <p:blipFill rotWithShape="1">
          <a:blip r:embed="rId10">
            <a:alphaModFix/>
          </a:blip>
          <a:srcRect b="0" l="0" r="0" t="0"/>
          <a:stretch/>
        </p:blipFill>
        <p:spPr>
          <a:xfrm>
            <a:off x="4669593" y="4264000"/>
            <a:ext cx="256790" cy="256790"/>
          </a:xfrm>
          <a:prstGeom prst="rect">
            <a:avLst/>
          </a:prstGeom>
          <a:noFill/>
          <a:ln>
            <a:noFill/>
          </a:ln>
        </p:spPr>
      </p:pic>
      <p:sp>
        <p:nvSpPr>
          <p:cNvPr id="99" name="Google Shape;99;p66"/>
          <p:cNvSpPr txBox="1"/>
          <p:nvPr/>
        </p:nvSpPr>
        <p:spPr>
          <a:xfrm>
            <a:off x="2416477" y="5579369"/>
            <a:ext cx="1875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GB" sz="1350" u="sng" cap="none" strike="noStrike">
                <a:solidFill>
                  <a:schemeClr val="hlink"/>
                </a:solidFill>
                <a:latin typeface="Calibri"/>
                <a:ea typeface="Calibri"/>
                <a:cs typeface="Calibri"/>
                <a:sym typeface="Calibri"/>
                <a:hlinkClick r:id="rId11"/>
              </a:rPr>
              <a:t>.</a:t>
            </a:r>
            <a:endParaRPr b="0" i="0" sz="1350" u="none" cap="none" strike="noStrike">
              <a:solidFill>
                <a:srgbClr val="595959"/>
              </a:solidFill>
              <a:latin typeface="Calibri"/>
              <a:ea typeface="Calibri"/>
              <a:cs typeface="Calibri"/>
              <a:sym typeface="Calibri"/>
            </a:endParaRPr>
          </a:p>
        </p:txBody>
      </p:sp>
      <p:sp>
        <p:nvSpPr>
          <p:cNvPr id="100" name="Google Shape;100;p66"/>
          <p:cNvSpPr txBox="1"/>
          <p:nvPr/>
        </p:nvSpPr>
        <p:spPr>
          <a:xfrm>
            <a:off x="3488696" y="4264000"/>
            <a:ext cx="2461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a:t>
            </a:r>
            <a:endParaRPr b="0" i="0" sz="1400" u="none" cap="none" strike="noStrike">
              <a:solidFill>
                <a:srgbClr val="000000"/>
              </a:solidFill>
              <a:latin typeface="Arial"/>
              <a:ea typeface="Arial"/>
              <a:cs typeface="Arial"/>
              <a:sym typeface="Arial"/>
            </a:endParaRPr>
          </a:p>
        </p:txBody>
      </p:sp>
      <p:sp>
        <p:nvSpPr>
          <p:cNvPr id="101" name="Google Shape;101;p66"/>
          <p:cNvSpPr txBox="1"/>
          <p:nvPr/>
        </p:nvSpPr>
        <p:spPr>
          <a:xfrm>
            <a:off x="4875527" y="4262795"/>
            <a:ext cx="2959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 Project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2" name="Shape 102"/>
        <p:cNvGrpSpPr/>
        <p:nvPr/>
      </p:nvGrpSpPr>
      <p:grpSpPr>
        <a:xfrm>
          <a:off x="0" y="0"/>
          <a:ext cx="0" cy="0"/>
          <a:chOff x="0" y="0"/>
          <a:chExt cx="0" cy="0"/>
        </a:xfrm>
      </p:grpSpPr>
      <p:sp>
        <p:nvSpPr>
          <p:cNvPr id="103" name="Google Shape;103;p67"/>
          <p:cNvSpPr txBox="1"/>
          <p:nvPr>
            <p:ph type="title"/>
          </p:nvPr>
        </p:nvSpPr>
        <p:spPr>
          <a:xfrm>
            <a:off x="566303" y="105981"/>
            <a:ext cx="7886700" cy="373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900"/>
              <a:buNone/>
              <a:defRPr sz="29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7"/>
          <p:cNvSpPr txBox="1"/>
          <p:nvPr>
            <p:ph idx="11" type="ftr"/>
          </p:nvPr>
        </p:nvSpPr>
        <p:spPr>
          <a:xfrm>
            <a:off x="3334443" y="4736089"/>
            <a:ext cx="40950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5" name="Google Shape;105;p67"/>
          <p:cNvSpPr txBox="1"/>
          <p:nvPr>
            <p:ph idx="12" type="sldNum"/>
          </p:nvPr>
        </p:nvSpPr>
        <p:spPr>
          <a:xfrm>
            <a:off x="6457950" y="4736089"/>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11" name="Google Shape;11;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12" name="Google Shape;12;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0.png"/><Relationship Id="rId7"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27fa944da30_0_0"/>
          <p:cNvSpPr/>
          <p:nvPr/>
        </p:nvSpPr>
        <p:spPr>
          <a:xfrm>
            <a:off x="4415400" y="5047920"/>
            <a:ext cx="184200" cy="3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g27fa944da30_0_0"/>
          <p:cNvSpPr txBox="1"/>
          <p:nvPr/>
        </p:nvSpPr>
        <p:spPr>
          <a:xfrm>
            <a:off x="215250" y="2303565"/>
            <a:ext cx="8713500" cy="906000"/>
          </a:xfrm>
          <a:prstGeom prst="rect">
            <a:avLst/>
          </a:prstGeom>
          <a:noFill/>
          <a:ln>
            <a:noFill/>
          </a:ln>
        </p:spPr>
        <p:txBody>
          <a:bodyPr anchorCtr="0" anchor="b" bIns="45000" lIns="90000" spcFirstLastPara="1" rIns="90000" wrap="square" tIns="45000">
            <a:normAutofit/>
          </a:bodyPr>
          <a:lstStyle/>
          <a:p>
            <a:pPr indent="0" lvl="0" marL="0" marR="0" rtl="0" algn="ctr">
              <a:lnSpc>
                <a:spcPct val="100000"/>
              </a:lnSpc>
              <a:spcBef>
                <a:spcPts val="0"/>
              </a:spcBef>
              <a:spcAft>
                <a:spcPts val="0"/>
              </a:spcAft>
              <a:buClr>
                <a:srgbClr val="000000"/>
              </a:buClr>
              <a:buSzPts val="3600"/>
              <a:buFont typeface="Arial"/>
              <a:buNone/>
            </a:pPr>
            <a:r>
              <a:rPr b="1" i="0" lang="en-GB" sz="3600" u="none" cap="none" strike="noStrike">
                <a:solidFill>
                  <a:srgbClr val="4472C4"/>
                </a:solidFill>
                <a:latin typeface="Calibri"/>
                <a:ea typeface="Calibri"/>
                <a:cs typeface="Calibri"/>
                <a:sym typeface="Calibri"/>
              </a:rPr>
              <a:t>RomApplication Tutorial</a:t>
            </a:r>
            <a:endParaRPr b="1" i="0" sz="3600" u="none" cap="none" strike="noStrike">
              <a:solidFill>
                <a:srgbClr val="000000"/>
              </a:solidFill>
              <a:latin typeface="Calibri"/>
              <a:ea typeface="Calibri"/>
              <a:cs typeface="Calibri"/>
              <a:sym typeface="Calibri"/>
            </a:endParaRPr>
          </a:p>
        </p:txBody>
      </p:sp>
      <p:pic>
        <p:nvPicPr>
          <p:cNvPr id="112" name="Google Shape;112;g27fa944da30_0_0"/>
          <p:cNvPicPr preferRelativeResize="0"/>
          <p:nvPr/>
        </p:nvPicPr>
        <p:blipFill rotWithShape="1">
          <a:blip r:embed="rId3">
            <a:alphaModFix/>
          </a:blip>
          <a:srcRect b="0" l="0" r="0" t="0"/>
          <a:stretch/>
        </p:blipFill>
        <p:spPr>
          <a:xfrm>
            <a:off x="3408088" y="582050"/>
            <a:ext cx="2327523" cy="523225"/>
          </a:xfrm>
          <a:prstGeom prst="rect">
            <a:avLst/>
          </a:prstGeom>
          <a:noFill/>
          <a:ln>
            <a:noFill/>
          </a:ln>
        </p:spPr>
      </p:pic>
      <p:pic>
        <p:nvPicPr>
          <p:cNvPr id="113" name="Google Shape;113;g27fa944da30_0_0"/>
          <p:cNvPicPr preferRelativeResize="0"/>
          <p:nvPr/>
        </p:nvPicPr>
        <p:blipFill rotWithShape="1">
          <a:blip r:embed="rId4">
            <a:alphaModFix/>
          </a:blip>
          <a:srcRect b="0" l="0" r="0" t="0"/>
          <a:stretch/>
        </p:blipFill>
        <p:spPr>
          <a:xfrm>
            <a:off x="754800" y="478525"/>
            <a:ext cx="1433896" cy="300000"/>
          </a:xfrm>
          <a:prstGeom prst="rect">
            <a:avLst/>
          </a:prstGeom>
          <a:noFill/>
          <a:ln>
            <a:noFill/>
          </a:ln>
        </p:spPr>
      </p:pic>
      <p:pic>
        <p:nvPicPr>
          <p:cNvPr id="114" name="Google Shape;114;g27fa944da30_0_0"/>
          <p:cNvPicPr preferRelativeResize="0"/>
          <p:nvPr/>
        </p:nvPicPr>
        <p:blipFill rotWithShape="1">
          <a:blip r:embed="rId5">
            <a:alphaModFix/>
          </a:blip>
          <a:srcRect b="0" l="0" r="0" t="0"/>
          <a:stretch/>
        </p:blipFill>
        <p:spPr>
          <a:xfrm>
            <a:off x="946650" y="843100"/>
            <a:ext cx="853900" cy="346025"/>
          </a:xfrm>
          <a:prstGeom prst="rect">
            <a:avLst/>
          </a:prstGeom>
          <a:noFill/>
          <a:ln>
            <a:noFill/>
          </a:ln>
        </p:spPr>
      </p:pic>
      <p:pic>
        <p:nvPicPr>
          <p:cNvPr id="115" name="Google Shape;115;g27fa944da30_0_0"/>
          <p:cNvPicPr preferRelativeResize="0"/>
          <p:nvPr/>
        </p:nvPicPr>
        <p:blipFill rotWithShape="1">
          <a:blip r:embed="rId6">
            <a:alphaModFix/>
          </a:blip>
          <a:srcRect b="0" l="0" r="0" t="0"/>
          <a:stretch/>
        </p:blipFill>
        <p:spPr>
          <a:xfrm>
            <a:off x="7052225" y="332288"/>
            <a:ext cx="1022751" cy="1022751"/>
          </a:xfrm>
          <a:prstGeom prst="rect">
            <a:avLst/>
          </a:prstGeom>
          <a:noFill/>
          <a:ln>
            <a:noFill/>
          </a:ln>
        </p:spPr>
      </p:pic>
      <p:sp>
        <p:nvSpPr>
          <p:cNvPr id="116" name="Google Shape;116;g27fa944da30_0_0"/>
          <p:cNvSpPr txBox="1"/>
          <p:nvPr>
            <p:ph idx="4294967295" type="title"/>
          </p:nvPr>
        </p:nvSpPr>
        <p:spPr>
          <a:xfrm>
            <a:off x="836801" y="3429375"/>
            <a:ext cx="4161300" cy="4341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GB"/>
              <a:t>Reduced Order Modelling and Physics-informed Neural Networks</a:t>
            </a:r>
            <a:endParaRPr b="1">
              <a:solidFill>
                <a:schemeClr val="dk2"/>
              </a:solidFill>
            </a:endParaRPr>
          </a:p>
        </p:txBody>
      </p:sp>
      <p:pic>
        <p:nvPicPr>
          <p:cNvPr id="117" name="Google Shape;117;g27fa944da30_0_0"/>
          <p:cNvPicPr preferRelativeResize="0"/>
          <p:nvPr/>
        </p:nvPicPr>
        <p:blipFill rotWithShape="1">
          <a:blip r:embed="rId7">
            <a:alphaModFix/>
          </a:blip>
          <a:srcRect b="0" l="0" r="0" t="0"/>
          <a:stretch/>
        </p:blipFill>
        <p:spPr>
          <a:xfrm>
            <a:off x="5313857" y="3667450"/>
            <a:ext cx="2255381" cy="90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27fa944da30_0_11"/>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Content</a:t>
            </a:r>
            <a:endParaRPr b="1" sz="3000">
              <a:solidFill>
                <a:schemeClr val="dk2"/>
              </a:solidFill>
            </a:endParaRPr>
          </a:p>
        </p:txBody>
      </p:sp>
      <p:sp>
        <p:nvSpPr>
          <p:cNvPr id="124" name="Google Shape;124;g27fa944da30_0_11"/>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5" name="Google Shape;125;g27fa944da30_0_11"/>
          <p:cNvSpPr txBox="1"/>
          <p:nvPr/>
        </p:nvSpPr>
        <p:spPr>
          <a:xfrm>
            <a:off x="847425" y="1072950"/>
            <a:ext cx="7421700" cy="3392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Overview of ROMs in Kratos </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chemeClr val="dk2"/>
              </a:buClr>
              <a:buSzPts val="2400"/>
              <a:buFont typeface="Calibri"/>
              <a:buChar char="-"/>
            </a:pPr>
            <a:r>
              <a:rPr b="1" i="0" lang="en-GB" sz="2400" u="none" cap="none" strike="noStrike">
                <a:solidFill>
                  <a:schemeClr val="dk2"/>
                </a:solidFill>
                <a:latin typeface="Calibri"/>
                <a:ea typeface="Calibri"/>
                <a:cs typeface="Calibri"/>
                <a:sym typeface="Calibri"/>
              </a:rPr>
              <a:t>Setup a FOM (StructuralMechanics)</a:t>
            </a:r>
            <a:endParaRPr b="1" i="0" sz="2400" u="none" cap="none" strike="noStrike">
              <a:solidFill>
                <a:schemeClr val="dk2"/>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Setup a ROM (StructuralMechanics)</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ROM Example 2 (FluidDynamics)</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ROM Advanced Options </a:t>
            </a:r>
            <a:endParaRPr b="1" i="0" sz="2400" u="none" cap="none" strike="noStrike">
              <a:solidFill>
                <a:srgbClr val="99999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7fa944da30_0_18"/>
          <p:cNvSpPr txBox="1"/>
          <p:nvPr/>
        </p:nvSpPr>
        <p:spPr>
          <a:xfrm>
            <a:off x="1408650" y="1628800"/>
            <a:ext cx="6326700" cy="1639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GB" sz="3500">
                <a:solidFill>
                  <a:schemeClr val="dk2"/>
                </a:solidFill>
                <a:latin typeface="Calibri"/>
                <a:ea typeface="Calibri"/>
                <a:cs typeface="Calibri"/>
                <a:sym typeface="Calibri"/>
              </a:rPr>
              <a:t>Setup a ROM (StructuralMechanics)</a:t>
            </a:r>
            <a:endParaRPr b="1" sz="3500">
              <a:solidFill>
                <a:schemeClr val="dk2"/>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500"/>
              <a:buFont typeface="Arial"/>
              <a:buNone/>
            </a:pPr>
            <a:r>
              <a:t/>
            </a:r>
            <a:endParaRPr b="1" sz="3500">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7fa944da30_0_23"/>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None/>
            </a:pPr>
            <a:r>
              <a:rPr b="1" lang="en-GB" sz="2388">
                <a:solidFill>
                  <a:schemeClr val="dk2"/>
                </a:solidFill>
              </a:rPr>
              <a:t>Setup a ROM (StructuralMechanics)</a:t>
            </a:r>
            <a:endParaRPr b="1" sz="2388">
              <a:solidFill>
                <a:schemeClr val="dk2"/>
              </a:solidFill>
            </a:endParaRPr>
          </a:p>
          <a:p>
            <a:pPr indent="0" lvl="0" marL="0" rtl="0" algn="l">
              <a:spcBef>
                <a:spcPts val="0"/>
              </a:spcBef>
              <a:spcAft>
                <a:spcPts val="0"/>
              </a:spcAft>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p:txBody>
      </p:sp>
      <p:sp>
        <p:nvSpPr>
          <p:cNvPr id="138" name="Google Shape;138;g27fa944da30_0_23"/>
          <p:cNvSpPr txBox="1"/>
          <p:nvPr/>
        </p:nvSpPr>
        <p:spPr>
          <a:xfrm>
            <a:off x="615075" y="1134450"/>
            <a:ext cx="8112000" cy="223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GB" sz="1900" u="none" cap="none" strike="noStrike">
                <a:solidFill>
                  <a:srgbClr val="000000"/>
                </a:solidFill>
                <a:latin typeface="Lato"/>
                <a:ea typeface="Lato"/>
                <a:cs typeface="Lato"/>
                <a:sym typeface="Lato"/>
              </a:rPr>
              <a:t>Requirements: </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GiD </a:t>
            </a:r>
            <a:r>
              <a:rPr b="1" lang="en-GB" sz="1900">
                <a:latin typeface="Lato"/>
                <a:ea typeface="Lato"/>
                <a:cs typeface="Lato"/>
                <a:sym typeface="Lato"/>
              </a:rPr>
              <a:t>or Paraview (For post processing)</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Kratos</a:t>
            </a:r>
            <a:r>
              <a:rPr b="1" lang="en-GB" sz="1900">
                <a:latin typeface="Lato"/>
                <a:ea typeface="Lato"/>
                <a:cs typeface="Lato"/>
                <a:sym typeface="Lato"/>
              </a:rPr>
              <a:t>:</a:t>
            </a:r>
            <a:endParaRPr b="1" sz="1900">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StructuralMechanicsApplication</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ConstitutiveLawsApplication</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Rom</a:t>
            </a:r>
            <a:r>
              <a:rPr b="1" lang="en-GB" sz="1900">
                <a:latin typeface="Lato"/>
                <a:ea typeface="Lato"/>
                <a:cs typeface="Lato"/>
                <a:sym typeface="Lato"/>
              </a:rPr>
              <a:t>Application</a:t>
            </a:r>
            <a:endParaRPr b="1" i="0" sz="1900" u="none" cap="none" strike="noStrike">
              <a:solidFill>
                <a:srgbClr val="000000"/>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27fa944da30_0_29"/>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None/>
            </a:pPr>
            <a:r>
              <a:rPr b="1" lang="en-GB" sz="2388">
                <a:solidFill>
                  <a:schemeClr val="dk2"/>
                </a:solidFill>
              </a:rPr>
              <a:t>Setup a ROM (StructuralMechanics)</a:t>
            </a:r>
            <a:endParaRPr b="1" sz="2388">
              <a:solidFill>
                <a:schemeClr val="dk2"/>
              </a:solidFill>
            </a:endParaRPr>
          </a:p>
          <a:p>
            <a:pPr indent="0" lvl="0" marL="0" rtl="0" algn="l">
              <a:spcBef>
                <a:spcPts val="0"/>
              </a:spcBef>
              <a:spcAft>
                <a:spcPts val="0"/>
              </a:spcAft>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p:txBody>
      </p:sp>
      <p:sp>
        <p:nvSpPr>
          <p:cNvPr id="145" name="Google Shape;145;g27fa944da30_0_29"/>
          <p:cNvSpPr/>
          <p:nvPr/>
        </p:nvSpPr>
        <p:spPr>
          <a:xfrm>
            <a:off x="6014225" y="2026550"/>
            <a:ext cx="258000" cy="209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6" name="Google Shape;146;g27fa944da30_0_29"/>
          <p:cNvCxnSpPr/>
          <p:nvPr/>
        </p:nvCxnSpPr>
        <p:spPr>
          <a:xfrm>
            <a:off x="5539825" y="4123900"/>
            <a:ext cx="1264800" cy="0"/>
          </a:xfrm>
          <a:prstGeom prst="straightConnector1">
            <a:avLst/>
          </a:prstGeom>
          <a:noFill/>
          <a:ln cap="flat" cmpd="sng" w="9525">
            <a:solidFill>
              <a:schemeClr val="dk2"/>
            </a:solidFill>
            <a:prstDash val="solid"/>
            <a:round/>
            <a:headEnd len="sm" w="sm" type="none"/>
            <a:tailEnd len="sm" w="sm" type="none"/>
          </a:ln>
        </p:spPr>
      </p:cxnSp>
      <p:cxnSp>
        <p:nvCxnSpPr>
          <p:cNvPr id="147" name="Google Shape;147;g27fa944da30_0_29"/>
          <p:cNvCxnSpPr/>
          <p:nvPr/>
        </p:nvCxnSpPr>
        <p:spPr>
          <a:xfrm>
            <a:off x="6646750" y="4132225"/>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48" name="Google Shape;148;g27fa944da30_0_29"/>
          <p:cNvCxnSpPr/>
          <p:nvPr/>
        </p:nvCxnSpPr>
        <p:spPr>
          <a:xfrm>
            <a:off x="6521950" y="4123900"/>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49" name="Google Shape;149;g27fa944da30_0_29"/>
          <p:cNvCxnSpPr/>
          <p:nvPr/>
        </p:nvCxnSpPr>
        <p:spPr>
          <a:xfrm>
            <a:off x="6397025" y="4136388"/>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0" name="Google Shape;150;g27fa944da30_0_29"/>
          <p:cNvCxnSpPr/>
          <p:nvPr/>
        </p:nvCxnSpPr>
        <p:spPr>
          <a:xfrm>
            <a:off x="6272225" y="4128063"/>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1" name="Google Shape;151;g27fa944da30_0_29"/>
          <p:cNvCxnSpPr/>
          <p:nvPr/>
        </p:nvCxnSpPr>
        <p:spPr>
          <a:xfrm>
            <a:off x="6183275" y="4144725"/>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2" name="Google Shape;152;g27fa944da30_0_29"/>
          <p:cNvCxnSpPr/>
          <p:nvPr/>
        </p:nvCxnSpPr>
        <p:spPr>
          <a:xfrm>
            <a:off x="6058475" y="4136400"/>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3" name="Google Shape;153;g27fa944da30_0_29"/>
          <p:cNvCxnSpPr/>
          <p:nvPr/>
        </p:nvCxnSpPr>
        <p:spPr>
          <a:xfrm>
            <a:off x="5933550" y="4148888"/>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4" name="Google Shape;154;g27fa944da30_0_29"/>
          <p:cNvCxnSpPr/>
          <p:nvPr/>
        </p:nvCxnSpPr>
        <p:spPr>
          <a:xfrm>
            <a:off x="5808750" y="4140563"/>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5" name="Google Shape;155;g27fa944da30_0_29"/>
          <p:cNvCxnSpPr/>
          <p:nvPr/>
        </p:nvCxnSpPr>
        <p:spPr>
          <a:xfrm>
            <a:off x="5683825" y="4132213"/>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6" name="Google Shape;156;g27fa944da30_0_29"/>
          <p:cNvCxnSpPr/>
          <p:nvPr/>
        </p:nvCxnSpPr>
        <p:spPr>
          <a:xfrm>
            <a:off x="5559025" y="4123888"/>
            <a:ext cx="124800" cy="116400"/>
          </a:xfrm>
          <a:prstGeom prst="straightConnector1">
            <a:avLst/>
          </a:prstGeom>
          <a:noFill/>
          <a:ln cap="flat" cmpd="sng" w="9525">
            <a:solidFill>
              <a:schemeClr val="dk2"/>
            </a:solidFill>
            <a:prstDash val="solid"/>
            <a:round/>
            <a:headEnd len="sm" w="sm" type="none"/>
            <a:tailEnd len="sm" w="sm" type="none"/>
          </a:ln>
        </p:spPr>
      </p:cxnSp>
      <p:cxnSp>
        <p:nvCxnSpPr>
          <p:cNvPr id="157" name="Google Shape;157;g27fa944da30_0_29"/>
          <p:cNvCxnSpPr>
            <a:endCxn id="145" idx="0"/>
          </p:cNvCxnSpPr>
          <p:nvPr/>
        </p:nvCxnSpPr>
        <p:spPr>
          <a:xfrm flipH="1">
            <a:off x="6143225" y="1260950"/>
            <a:ext cx="4200" cy="765600"/>
          </a:xfrm>
          <a:prstGeom prst="straightConnector1">
            <a:avLst/>
          </a:prstGeom>
          <a:noFill/>
          <a:ln cap="flat" cmpd="sng" w="28575">
            <a:solidFill>
              <a:srgbClr val="FF0000"/>
            </a:solidFill>
            <a:prstDash val="solid"/>
            <a:round/>
            <a:headEnd len="sm" w="sm" type="none"/>
            <a:tailEnd len="med" w="med" type="triangle"/>
          </a:ln>
        </p:spPr>
      </p:cxnSp>
      <p:cxnSp>
        <p:nvCxnSpPr>
          <p:cNvPr id="158" name="Google Shape;158;g27fa944da30_0_29"/>
          <p:cNvCxnSpPr/>
          <p:nvPr/>
        </p:nvCxnSpPr>
        <p:spPr>
          <a:xfrm>
            <a:off x="5398325" y="2159725"/>
            <a:ext cx="615600" cy="6300"/>
          </a:xfrm>
          <a:prstGeom prst="straightConnector1">
            <a:avLst/>
          </a:prstGeom>
          <a:noFill/>
          <a:ln cap="flat" cmpd="sng" w="28575">
            <a:solidFill>
              <a:srgbClr val="0000FF"/>
            </a:solidFill>
            <a:prstDash val="solid"/>
            <a:round/>
            <a:headEnd len="sm" w="sm" type="none"/>
            <a:tailEnd len="med" w="med" type="triangle"/>
          </a:ln>
        </p:spPr>
      </p:cxnSp>
      <p:cxnSp>
        <p:nvCxnSpPr>
          <p:cNvPr id="159" name="Google Shape;159;g27fa944da30_0_29"/>
          <p:cNvCxnSpPr/>
          <p:nvPr/>
        </p:nvCxnSpPr>
        <p:spPr>
          <a:xfrm>
            <a:off x="5398325" y="3072050"/>
            <a:ext cx="615600" cy="6300"/>
          </a:xfrm>
          <a:prstGeom prst="straightConnector1">
            <a:avLst/>
          </a:prstGeom>
          <a:noFill/>
          <a:ln cap="flat" cmpd="sng" w="28575">
            <a:solidFill>
              <a:srgbClr val="38761D"/>
            </a:solidFill>
            <a:prstDash val="solid"/>
            <a:round/>
            <a:headEnd len="sm" w="sm" type="none"/>
            <a:tailEnd len="med" w="med" type="triangle"/>
          </a:ln>
        </p:spPr>
      </p:cxnSp>
      <p:sp>
        <p:nvSpPr>
          <p:cNvPr id="160" name="Google Shape;160;g27fa944da30_0_29"/>
          <p:cNvSpPr txBox="1"/>
          <p:nvPr/>
        </p:nvSpPr>
        <p:spPr>
          <a:xfrm>
            <a:off x="6247175" y="1477250"/>
            <a:ext cx="424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FF0000"/>
                </a:solidFill>
                <a:latin typeface="Lato"/>
                <a:ea typeface="Lato"/>
                <a:cs typeface="Lato"/>
                <a:sym typeface="Lato"/>
              </a:rPr>
              <a:t>P</a:t>
            </a:r>
            <a:r>
              <a:rPr b="0" i="0" lang="en-GB" sz="700" u="none" cap="none" strike="noStrike">
                <a:solidFill>
                  <a:srgbClr val="FF0000"/>
                </a:solidFill>
                <a:latin typeface="Lato"/>
                <a:ea typeface="Lato"/>
                <a:cs typeface="Lato"/>
                <a:sym typeface="Lato"/>
              </a:rPr>
              <a:t>1</a:t>
            </a:r>
            <a:endParaRPr b="0" i="0" sz="700" u="none" cap="none" strike="noStrike">
              <a:solidFill>
                <a:srgbClr val="FF0000"/>
              </a:solidFill>
              <a:latin typeface="Lato"/>
              <a:ea typeface="Lato"/>
              <a:cs typeface="Lato"/>
              <a:sym typeface="Lato"/>
            </a:endParaRPr>
          </a:p>
        </p:txBody>
      </p:sp>
      <p:sp>
        <p:nvSpPr>
          <p:cNvPr id="161" name="Google Shape;161;g27fa944da30_0_29"/>
          <p:cNvSpPr txBox="1"/>
          <p:nvPr/>
        </p:nvSpPr>
        <p:spPr>
          <a:xfrm>
            <a:off x="4995600" y="1962775"/>
            <a:ext cx="424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FF"/>
                </a:solidFill>
                <a:latin typeface="Lato"/>
                <a:ea typeface="Lato"/>
                <a:cs typeface="Lato"/>
                <a:sym typeface="Lato"/>
              </a:rPr>
              <a:t>P</a:t>
            </a:r>
            <a:r>
              <a:rPr b="0" i="0" lang="en-GB" sz="700" u="none" cap="none" strike="noStrike">
                <a:solidFill>
                  <a:srgbClr val="0000FF"/>
                </a:solidFill>
                <a:latin typeface="Lato"/>
                <a:ea typeface="Lato"/>
                <a:cs typeface="Lato"/>
                <a:sym typeface="Lato"/>
              </a:rPr>
              <a:t>2</a:t>
            </a:r>
            <a:endParaRPr b="0" i="0" sz="700" u="none" cap="none" strike="noStrike">
              <a:solidFill>
                <a:srgbClr val="0000FF"/>
              </a:solidFill>
              <a:latin typeface="Lato"/>
              <a:ea typeface="Lato"/>
              <a:cs typeface="Lato"/>
              <a:sym typeface="Lato"/>
            </a:endParaRPr>
          </a:p>
        </p:txBody>
      </p:sp>
      <p:sp>
        <p:nvSpPr>
          <p:cNvPr id="162" name="Google Shape;162;g27fa944da30_0_29"/>
          <p:cNvSpPr txBox="1"/>
          <p:nvPr/>
        </p:nvSpPr>
        <p:spPr>
          <a:xfrm>
            <a:off x="5031475" y="2781000"/>
            <a:ext cx="424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38761D"/>
                </a:solidFill>
                <a:latin typeface="Lato"/>
                <a:ea typeface="Lato"/>
                <a:cs typeface="Lato"/>
                <a:sym typeface="Lato"/>
              </a:rPr>
              <a:t>P</a:t>
            </a:r>
            <a:r>
              <a:rPr b="0" i="0" lang="en-GB" sz="700" u="none" cap="none" strike="noStrike">
                <a:solidFill>
                  <a:srgbClr val="38761D"/>
                </a:solidFill>
                <a:latin typeface="Lato"/>
                <a:ea typeface="Lato"/>
                <a:cs typeface="Lato"/>
                <a:sym typeface="Lato"/>
              </a:rPr>
              <a:t>3</a:t>
            </a:r>
            <a:endParaRPr b="0" i="0" sz="700" u="none" cap="none" strike="noStrike">
              <a:solidFill>
                <a:srgbClr val="38761D"/>
              </a:solidFill>
              <a:latin typeface="Lato"/>
              <a:ea typeface="Lato"/>
              <a:cs typeface="Lato"/>
              <a:sym typeface="Lato"/>
            </a:endParaRPr>
          </a:p>
        </p:txBody>
      </p:sp>
      <p:pic>
        <p:nvPicPr>
          <p:cNvPr id="163" name="Google Shape;163;g27fa944da30_0_29"/>
          <p:cNvPicPr preferRelativeResize="0"/>
          <p:nvPr/>
        </p:nvPicPr>
        <p:blipFill rotWithShape="1">
          <a:blip r:embed="rId3">
            <a:alphaModFix/>
          </a:blip>
          <a:srcRect b="0" l="0" r="0" t="0"/>
          <a:stretch/>
        </p:blipFill>
        <p:spPr>
          <a:xfrm>
            <a:off x="2069225" y="2418878"/>
            <a:ext cx="1090725" cy="9582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